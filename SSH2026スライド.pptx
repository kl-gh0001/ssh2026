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</p:sldMasterIdLst>
  <p:notesMasterIdLst>
    <p:notesMasterId r:id="rId72"/>
  </p:notesMasterIdLst>
  <p:sldIdLst>
    <p:sldId id="256" r:id="rId4"/>
    <p:sldId id="376" r:id="rId5"/>
    <p:sldId id="379" r:id="rId6"/>
    <p:sldId id="368" r:id="rId7"/>
    <p:sldId id="370" r:id="rId8"/>
    <p:sldId id="369" r:id="rId9"/>
    <p:sldId id="371" r:id="rId10"/>
    <p:sldId id="380" r:id="rId11"/>
    <p:sldId id="378" r:id="rId12"/>
    <p:sldId id="381" r:id="rId13"/>
    <p:sldId id="382" r:id="rId14"/>
    <p:sldId id="383" r:id="rId15"/>
    <p:sldId id="384" r:id="rId16"/>
    <p:sldId id="385" r:id="rId17"/>
    <p:sldId id="386" r:id="rId18"/>
    <p:sldId id="387" r:id="rId19"/>
    <p:sldId id="388" r:id="rId20"/>
    <p:sldId id="389" r:id="rId21"/>
    <p:sldId id="454" r:id="rId22"/>
    <p:sldId id="455" r:id="rId23"/>
    <p:sldId id="441" r:id="rId24"/>
    <p:sldId id="458" r:id="rId25"/>
    <p:sldId id="461" r:id="rId26"/>
    <p:sldId id="460" r:id="rId27"/>
    <p:sldId id="438" r:id="rId28"/>
    <p:sldId id="462" r:id="rId29"/>
    <p:sldId id="463" r:id="rId30"/>
    <p:sldId id="464" r:id="rId31"/>
    <p:sldId id="465" r:id="rId32"/>
    <p:sldId id="466" r:id="rId33"/>
    <p:sldId id="467" r:id="rId34"/>
    <p:sldId id="468" r:id="rId35"/>
    <p:sldId id="469" r:id="rId36"/>
    <p:sldId id="470" r:id="rId37"/>
    <p:sldId id="471" r:id="rId38"/>
    <p:sldId id="472" r:id="rId39"/>
    <p:sldId id="473" r:id="rId40"/>
    <p:sldId id="474" r:id="rId41"/>
    <p:sldId id="475" r:id="rId42"/>
    <p:sldId id="476" r:id="rId43"/>
    <p:sldId id="267" r:id="rId44"/>
    <p:sldId id="268" r:id="rId45"/>
    <p:sldId id="270" r:id="rId46"/>
    <p:sldId id="269" r:id="rId47"/>
    <p:sldId id="276" r:id="rId48"/>
    <p:sldId id="272" r:id="rId49"/>
    <p:sldId id="273" r:id="rId50"/>
    <p:sldId id="274" r:id="rId51"/>
    <p:sldId id="277" r:id="rId52"/>
    <p:sldId id="278" r:id="rId53"/>
    <p:sldId id="271" r:id="rId54"/>
    <p:sldId id="279" r:id="rId55"/>
    <p:sldId id="280" r:id="rId56"/>
    <p:sldId id="281" r:id="rId57"/>
    <p:sldId id="283" r:id="rId58"/>
    <p:sldId id="284" r:id="rId59"/>
    <p:sldId id="285" r:id="rId60"/>
    <p:sldId id="282" r:id="rId61"/>
    <p:sldId id="286" r:id="rId62"/>
    <p:sldId id="257" r:id="rId63"/>
    <p:sldId id="258" r:id="rId64"/>
    <p:sldId id="259" r:id="rId65"/>
    <p:sldId id="261" r:id="rId66"/>
    <p:sldId id="262" r:id="rId67"/>
    <p:sldId id="266" r:id="rId68"/>
    <p:sldId id="265" r:id="rId69"/>
    <p:sldId id="263" r:id="rId70"/>
    <p:sldId id="264" r:id="rId71"/>
  </p:sldIdLst>
  <p:sldSz cx="12192000" cy="6858000"/>
  <p:notesSz cx="9926638" cy="679767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25F1A0AF-D086-42C2-9577-50BCB43DCE69}">
          <p14:sldIdLst>
            <p14:sldId id="256"/>
            <p14:sldId id="376"/>
            <p14:sldId id="379"/>
            <p14:sldId id="368"/>
            <p14:sldId id="370"/>
            <p14:sldId id="369"/>
            <p14:sldId id="371"/>
          </p14:sldIdLst>
        </p14:section>
        <p14:section name="Python 入門" id="{9A9B6E56-819D-4E18-B6C1-F2A160AEEC8F}">
          <p14:sldIdLst>
            <p14:sldId id="380"/>
            <p14:sldId id="378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</p14:sldIdLst>
        </p14:section>
        <p14:section name="グラフ描画" id="{C5171A97-477E-4432-B50B-642528D13B15}">
          <p14:sldIdLst>
            <p14:sldId id="389"/>
            <p14:sldId id="454"/>
            <p14:sldId id="455"/>
            <p14:sldId id="441"/>
            <p14:sldId id="458"/>
            <p14:sldId id="461"/>
            <p14:sldId id="460"/>
            <p14:sldId id="438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</p14:sldIdLst>
        </p14:section>
        <p14:section name="共通テスト情報1 R8問4" id="{0FF8CD04-7038-4613-8C1B-A46DEBC223E1}">
          <p14:sldIdLst>
            <p14:sldId id="267"/>
            <p14:sldId id="268"/>
            <p14:sldId id="270"/>
            <p14:sldId id="269"/>
            <p14:sldId id="276"/>
            <p14:sldId id="272"/>
            <p14:sldId id="273"/>
            <p14:sldId id="274"/>
            <p14:sldId id="277"/>
            <p14:sldId id="278"/>
            <p14:sldId id="271"/>
            <p14:sldId id="279"/>
            <p14:sldId id="280"/>
            <p14:sldId id="281"/>
            <p14:sldId id="283"/>
            <p14:sldId id="284"/>
            <p14:sldId id="285"/>
            <p14:sldId id="282"/>
            <p14:sldId id="286"/>
            <p14:sldId id="257"/>
            <p14:sldId id="258"/>
            <p14:sldId id="259"/>
            <p14:sldId id="261"/>
            <p14:sldId id="262"/>
            <p14:sldId id="266"/>
            <p14:sldId id="265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9C9A"/>
    <a:srgbClr val="9CE23E"/>
    <a:srgbClr val="76B54B"/>
    <a:srgbClr val="68A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microsoft.com/office/2016/11/relationships/changesInfo" Target="changesInfos/changesInfo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d70b83f6f1e23693" providerId="LiveId" clId="{74B57495-C1FE-4DBC-A751-0DA74ECCD3F5}"/>
    <pc:docChg chg="delSld modSection">
      <pc:chgData name="" userId="d70b83f6f1e23693" providerId="LiveId" clId="{74B57495-C1FE-4DBC-A751-0DA74ECCD3F5}" dt="2026-09-07T05:37:31.191" v="5" actId="2696"/>
      <pc:docMkLst>
        <pc:docMk/>
      </pc:docMkLst>
      <pc:sldChg chg="del">
        <pc:chgData name="" userId="d70b83f6f1e23693" providerId="LiveId" clId="{74B57495-C1FE-4DBC-A751-0DA74ECCD3F5}" dt="2026-09-07T05:36:59.337" v="1" actId="2696"/>
        <pc:sldMkLst>
          <pc:docMk/>
          <pc:sldMk cId="418554158" sldId="347"/>
        </pc:sldMkLst>
      </pc:sldChg>
      <pc:sldChg chg="del">
        <pc:chgData name="" userId="d70b83f6f1e23693" providerId="LiveId" clId="{74B57495-C1FE-4DBC-A751-0DA74ECCD3F5}" dt="2026-09-07T05:37:29.354" v="4" actId="2696"/>
        <pc:sldMkLst>
          <pc:docMk/>
          <pc:sldMk cId="189784283" sldId="372"/>
        </pc:sldMkLst>
      </pc:sldChg>
      <pc:sldChg chg="del">
        <pc:chgData name="" userId="d70b83f6f1e23693" providerId="LiveId" clId="{74B57495-C1FE-4DBC-A751-0DA74ECCD3F5}" dt="2026-09-07T05:37:31.191" v="5" actId="2696"/>
        <pc:sldMkLst>
          <pc:docMk/>
          <pc:sldMk cId="4047718786" sldId="373"/>
        </pc:sldMkLst>
      </pc:sldChg>
      <pc:sldChg chg="del">
        <pc:chgData name="" userId="d70b83f6f1e23693" providerId="LiveId" clId="{74B57495-C1FE-4DBC-A751-0DA74ECCD3F5}" dt="2026-09-07T05:36:27.451" v="0" actId="2696"/>
        <pc:sldMkLst>
          <pc:docMk/>
          <pc:sldMk cId="3568325366" sldId="374"/>
        </pc:sldMkLst>
      </pc:sldChg>
      <pc:sldChg chg="del">
        <pc:chgData name="" userId="d70b83f6f1e23693" providerId="LiveId" clId="{74B57495-C1FE-4DBC-A751-0DA74ECCD3F5}" dt="2026-09-07T05:37:13.795" v="3" actId="2696"/>
        <pc:sldMkLst>
          <pc:docMk/>
          <pc:sldMk cId="513213785" sldId="375"/>
        </pc:sldMkLst>
      </pc:sldChg>
      <pc:sldChg chg="del">
        <pc:chgData name="" userId="d70b83f6f1e23693" providerId="LiveId" clId="{74B57495-C1FE-4DBC-A751-0DA74ECCD3F5}" dt="2026-09-07T05:37:12.659" v="2" actId="2696"/>
        <pc:sldMkLst>
          <pc:docMk/>
          <pc:sldMk cId="2422290407" sldId="377"/>
        </pc:sldMkLst>
      </pc:sldChg>
    </pc:docChg>
  </pc:docChgLst>
  <pc:docChgLst>
    <pc:chgData userId="d70b83f6f1e23693" providerId="LiveId" clId="{69643133-B62A-4E56-B5B0-B2DE61C671E2}"/>
    <pc:docChg chg="undo custSel addSld delSld modSld sldOrd modNotesMaster">
      <pc:chgData name="" userId="d70b83f6f1e23693" providerId="LiveId" clId="{69643133-B62A-4E56-B5B0-B2DE61C671E2}" dt="2026-09-07T04:18:43.086" v="9036" actId="6549"/>
      <pc:docMkLst>
        <pc:docMk/>
      </pc:docMkLst>
      <pc:sldChg chg="addSp delSp modSp add">
        <pc:chgData name="" userId="d70b83f6f1e23693" providerId="LiveId" clId="{69643133-B62A-4E56-B5B0-B2DE61C671E2}" dt="2026-08-19T04:50:38.178" v="4568"/>
        <pc:sldMkLst>
          <pc:docMk/>
          <pc:sldMk cId="2325516206" sldId="256"/>
        </pc:sldMkLst>
        <pc:spChg chg="mod">
          <ac:chgData name="" userId="d70b83f6f1e23693" providerId="LiveId" clId="{69643133-B62A-4E56-B5B0-B2DE61C671E2}" dt="2026-08-11T15:11:47.627" v="15" actId="20577"/>
          <ac:spMkLst>
            <pc:docMk/>
            <pc:sldMk cId="2325516206" sldId="256"/>
            <ac:spMk id="2" creationId="{3242414E-4661-4E9F-A36E-93BA1FFAA510}"/>
          </ac:spMkLst>
        </pc:spChg>
        <pc:spChg chg="mod">
          <ac:chgData name="" userId="d70b83f6f1e23693" providerId="LiveId" clId="{69643133-B62A-4E56-B5B0-B2DE61C671E2}" dt="2026-08-17T08:03:29.586" v="2873" actId="6549"/>
          <ac:spMkLst>
            <pc:docMk/>
            <pc:sldMk cId="2325516206" sldId="256"/>
            <ac:spMk id="3" creationId="{0B48B92A-7B16-49D9-8E73-25DDB48B2069}"/>
          </ac:spMkLst>
        </pc:spChg>
        <pc:spChg chg="add mod">
          <ac:chgData name="" userId="d70b83f6f1e23693" providerId="LiveId" clId="{69643133-B62A-4E56-B5B0-B2DE61C671E2}" dt="2026-08-17T08:05:38.269" v="2986" actId="14100"/>
          <ac:spMkLst>
            <pc:docMk/>
            <pc:sldMk cId="2325516206" sldId="256"/>
            <ac:spMk id="4" creationId="{871AF603-1E22-495C-96C1-71496C002E30}"/>
          </ac:spMkLst>
        </pc:spChg>
        <pc:picChg chg="del">
          <ac:chgData name="" userId="d70b83f6f1e23693" providerId="LiveId" clId="{69643133-B62A-4E56-B5B0-B2DE61C671E2}" dt="2026-08-19T04:50:38.178" v="4568"/>
          <ac:picMkLst>
            <pc:docMk/>
            <pc:sldMk cId="2325516206" sldId="256"/>
            <ac:picMk id="5" creationId="{E9DC091E-0E87-4A50-B3C2-8CEC7A4DC980}"/>
          </ac:picMkLst>
        </pc:picChg>
      </pc:sldChg>
      <pc:sldChg chg="addSp delSp modSp add">
        <pc:chgData name="" userId="d70b83f6f1e23693" providerId="LiveId" clId="{69643133-B62A-4E56-B5B0-B2DE61C671E2}" dt="2026-08-16T06:08:09.005" v="926" actId="2711"/>
        <pc:sldMkLst>
          <pc:docMk/>
          <pc:sldMk cId="3749679108" sldId="257"/>
        </pc:sldMkLst>
        <pc:spChg chg="mod">
          <ac:chgData name="" userId="d70b83f6f1e23693" providerId="LiveId" clId="{69643133-B62A-4E56-B5B0-B2DE61C671E2}" dt="2026-08-16T06:08:09.005" v="926" actId="2711"/>
          <ac:spMkLst>
            <pc:docMk/>
            <pc:sldMk cId="3749679108" sldId="257"/>
            <ac:spMk id="2" creationId="{228B1FC3-B336-470E-AAAA-ED5F8090BD1F}"/>
          </ac:spMkLst>
        </pc:spChg>
        <pc:spChg chg="add del mod">
          <ac:chgData name="" userId="d70b83f6f1e23693" providerId="LiveId" clId="{69643133-B62A-4E56-B5B0-B2DE61C671E2}" dt="2026-08-11T15:15:15.978" v="43"/>
          <ac:spMkLst>
            <pc:docMk/>
            <pc:sldMk cId="3749679108" sldId="257"/>
            <ac:spMk id="3" creationId="{A108D16C-AA35-430A-96F8-F306C36DCA42}"/>
          </ac:spMkLst>
        </pc:spChg>
        <pc:graphicFrameChg chg="add del mod">
          <ac:chgData name="" userId="d70b83f6f1e23693" providerId="LiveId" clId="{69643133-B62A-4E56-B5B0-B2DE61C671E2}" dt="2026-08-11T15:12:57.816" v="30"/>
          <ac:graphicFrameMkLst>
            <pc:docMk/>
            <pc:sldMk cId="3749679108" sldId="257"/>
            <ac:graphicFrameMk id="4" creationId="{0CB918D1-5AB3-4894-9AAE-2FEF10751E6E}"/>
          </ac:graphicFrameMkLst>
        </pc:graphicFrameChg>
        <pc:graphicFrameChg chg="add del">
          <ac:chgData name="" userId="d70b83f6f1e23693" providerId="LiveId" clId="{69643133-B62A-4E56-B5B0-B2DE61C671E2}" dt="2026-08-11T15:15:05.806" v="40"/>
          <ac:graphicFrameMkLst>
            <pc:docMk/>
            <pc:sldMk cId="3749679108" sldId="257"/>
            <ac:graphicFrameMk id="5" creationId="{FA386430-A80C-482C-8D48-A3B7B3B2881F}"/>
          </ac:graphicFrameMkLst>
        </pc:graphicFrameChg>
      </pc:sldChg>
      <pc:sldChg chg="addSp delSp modSp add">
        <pc:chgData name="" userId="d70b83f6f1e23693" providerId="LiveId" clId="{69643133-B62A-4E56-B5B0-B2DE61C671E2}" dt="2026-08-11T22:42:01.308" v="157" actId="20577"/>
        <pc:sldMkLst>
          <pc:docMk/>
          <pc:sldMk cId="3565730558" sldId="258"/>
        </pc:sldMkLst>
        <pc:spChg chg="mod">
          <ac:chgData name="" userId="d70b83f6f1e23693" providerId="LiveId" clId="{69643133-B62A-4E56-B5B0-B2DE61C671E2}" dt="2026-08-11T15:16:34.481" v="65" actId="20577"/>
          <ac:spMkLst>
            <pc:docMk/>
            <pc:sldMk cId="3565730558" sldId="258"/>
            <ac:spMk id="2" creationId="{D7B05E94-D4DB-44C7-9123-93223FAC94B4}"/>
          </ac:spMkLst>
        </pc:spChg>
        <pc:spChg chg="add del mod">
          <ac:chgData name="" userId="d70b83f6f1e23693" providerId="LiveId" clId="{69643133-B62A-4E56-B5B0-B2DE61C671E2}" dt="2026-08-11T22:42:01.308" v="157" actId="20577"/>
          <ac:spMkLst>
            <pc:docMk/>
            <pc:sldMk cId="3565730558" sldId="258"/>
            <ac:spMk id="3" creationId="{C767087B-0820-4320-88EF-8C7FD5F68164}"/>
          </ac:spMkLst>
        </pc:spChg>
        <pc:graphicFrameChg chg="add del">
          <ac:chgData name="" userId="d70b83f6f1e23693" providerId="LiveId" clId="{69643133-B62A-4E56-B5B0-B2DE61C671E2}" dt="2026-08-11T22:40:41.935" v="148"/>
          <ac:graphicFrameMkLst>
            <pc:docMk/>
            <pc:sldMk cId="3565730558" sldId="258"/>
            <ac:graphicFrameMk id="4" creationId="{84348015-8939-4BF3-821D-6893ABE4E3B3}"/>
          </ac:graphicFrameMkLst>
        </pc:graphicFrameChg>
        <pc:graphicFrameChg chg="add del mod">
          <ac:chgData name="" userId="d70b83f6f1e23693" providerId="LiveId" clId="{69643133-B62A-4E56-B5B0-B2DE61C671E2}" dt="2026-08-11T15:16:39.812" v="67"/>
          <ac:graphicFrameMkLst>
            <pc:docMk/>
            <pc:sldMk cId="3565730558" sldId="258"/>
            <ac:graphicFrameMk id="4" creationId="{F366D815-EFB9-4078-B454-C3627C949228}"/>
          </ac:graphicFrameMkLst>
        </pc:graphicFrameChg>
        <pc:graphicFrameChg chg="add del">
          <ac:chgData name="" userId="d70b83f6f1e23693" providerId="LiveId" clId="{69643133-B62A-4E56-B5B0-B2DE61C671E2}" dt="2026-08-11T22:41:05.175" v="151"/>
          <ac:graphicFrameMkLst>
            <pc:docMk/>
            <pc:sldMk cId="3565730558" sldId="258"/>
            <ac:graphicFrameMk id="5" creationId="{79135589-BBEF-447A-8F6B-CD7771909950}"/>
          </ac:graphicFrameMkLst>
        </pc:graphicFrameChg>
      </pc:sldChg>
      <pc:sldChg chg="addSp delSp modSp add">
        <pc:chgData name="" userId="d70b83f6f1e23693" providerId="LiveId" clId="{69643133-B62A-4E56-B5B0-B2DE61C671E2}" dt="2026-08-11T15:24:20.477" v="145" actId="14100"/>
        <pc:sldMkLst>
          <pc:docMk/>
          <pc:sldMk cId="2005279263" sldId="259"/>
        </pc:sldMkLst>
        <pc:spChg chg="mod">
          <ac:chgData name="" userId="d70b83f6f1e23693" providerId="LiveId" clId="{69643133-B62A-4E56-B5B0-B2DE61C671E2}" dt="2026-08-11T15:18:59.400" v="126" actId="20577"/>
          <ac:spMkLst>
            <pc:docMk/>
            <pc:sldMk cId="2005279263" sldId="259"/>
            <ac:spMk id="2" creationId="{257B6799-6E6A-43C9-8F31-D573D8A6D89D}"/>
          </ac:spMkLst>
        </pc:spChg>
        <pc:spChg chg="del">
          <ac:chgData name="" userId="d70b83f6f1e23693" providerId="LiveId" clId="{69643133-B62A-4E56-B5B0-B2DE61C671E2}" dt="2026-08-11T15:19:40.367" v="127"/>
          <ac:spMkLst>
            <pc:docMk/>
            <pc:sldMk cId="2005279263" sldId="259"/>
            <ac:spMk id="3" creationId="{B4526C71-CE64-44EF-A268-BEEEEAB2B352}"/>
          </ac:spMkLst>
        </pc:spChg>
        <pc:spChg chg="add mod">
          <ac:chgData name="" userId="d70b83f6f1e23693" providerId="LiveId" clId="{69643133-B62A-4E56-B5B0-B2DE61C671E2}" dt="2026-08-11T15:24:20.477" v="145" actId="14100"/>
          <ac:spMkLst>
            <pc:docMk/>
            <pc:sldMk cId="2005279263" sldId="259"/>
            <ac:spMk id="4" creationId="{D4BE7DB6-6682-4C81-B2DC-EB0B64E3E67C}"/>
          </ac:spMkLst>
        </pc:spChg>
      </pc:sldChg>
      <pc:sldChg chg="modSp add">
        <pc:chgData name="" userId="d70b83f6f1e23693" providerId="LiveId" clId="{69643133-B62A-4E56-B5B0-B2DE61C671E2}" dt="2026-08-17T07:34:26.027" v="2640" actId="20577"/>
        <pc:sldMkLst>
          <pc:docMk/>
          <pc:sldMk cId="3955986647" sldId="261"/>
        </pc:sldMkLst>
        <pc:spChg chg="mod">
          <ac:chgData name="" userId="d70b83f6f1e23693" providerId="LiveId" clId="{69643133-B62A-4E56-B5B0-B2DE61C671E2}" dt="2026-08-17T07:34:23.731" v="2639"/>
          <ac:spMkLst>
            <pc:docMk/>
            <pc:sldMk cId="3955986647" sldId="261"/>
            <ac:spMk id="2" creationId="{0616B7D7-0656-44B1-972C-3398FD618A5A}"/>
          </ac:spMkLst>
        </pc:spChg>
        <pc:spChg chg="mod">
          <ac:chgData name="" userId="d70b83f6f1e23693" providerId="LiveId" clId="{69643133-B62A-4E56-B5B0-B2DE61C671E2}" dt="2026-08-17T07:34:26.027" v="2640" actId="20577"/>
          <ac:spMkLst>
            <pc:docMk/>
            <pc:sldMk cId="3955986647" sldId="261"/>
            <ac:spMk id="3" creationId="{35A70412-515D-4862-822F-D621A4A13B2B}"/>
          </ac:spMkLst>
        </pc:spChg>
        <pc:spChg chg="mod">
          <ac:chgData name="" userId="d70b83f6f1e23693" providerId="LiveId" clId="{69643133-B62A-4E56-B5B0-B2DE61C671E2}" dt="2026-08-17T07:10:51.970" v="2081" actId="1076"/>
          <ac:spMkLst>
            <pc:docMk/>
            <pc:sldMk cId="3955986647" sldId="261"/>
            <ac:spMk id="4" creationId="{AF389F8D-3700-48B0-8D38-BC03ADBEABB6}"/>
          </ac:spMkLst>
        </pc:spChg>
      </pc:sldChg>
      <pc:sldChg chg="addSp delSp modSp add">
        <pc:chgData name="" userId="d70b83f6f1e23693" providerId="LiveId" clId="{69643133-B62A-4E56-B5B0-B2DE61C671E2}" dt="2026-08-17T07:14:33.404" v="2192" actId="14100"/>
        <pc:sldMkLst>
          <pc:docMk/>
          <pc:sldMk cId="2519233626" sldId="262"/>
        </pc:sldMkLst>
        <pc:spChg chg="mod">
          <ac:chgData name="" userId="d70b83f6f1e23693" providerId="LiveId" clId="{69643133-B62A-4E56-B5B0-B2DE61C671E2}" dt="2026-08-17T07:11:48.299" v="2096"/>
          <ac:spMkLst>
            <pc:docMk/>
            <pc:sldMk cId="2519233626" sldId="262"/>
            <ac:spMk id="2" creationId="{0616B7D7-0656-44B1-972C-3398FD618A5A}"/>
          </ac:spMkLst>
        </pc:spChg>
        <pc:spChg chg="mod">
          <ac:chgData name="" userId="d70b83f6f1e23693" providerId="LiveId" clId="{69643133-B62A-4E56-B5B0-B2DE61C671E2}" dt="2026-08-17T07:14:25.442" v="2189" actId="20577"/>
          <ac:spMkLst>
            <pc:docMk/>
            <pc:sldMk cId="2519233626" sldId="262"/>
            <ac:spMk id="3" creationId="{35A70412-515D-4862-822F-D621A4A13B2B}"/>
          </ac:spMkLst>
        </pc:spChg>
        <pc:spChg chg="mod">
          <ac:chgData name="" userId="d70b83f6f1e23693" providerId="LiveId" clId="{69643133-B62A-4E56-B5B0-B2DE61C671E2}" dt="2026-08-17T07:12:08.839" v="2098" actId="1076"/>
          <ac:spMkLst>
            <pc:docMk/>
            <pc:sldMk cId="2519233626" sldId="262"/>
            <ac:spMk id="4" creationId="{AF389F8D-3700-48B0-8D38-BC03ADBEABB6}"/>
          </ac:spMkLst>
        </pc:spChg>
        <pc:spChg chg="mod">
          <ac:chgData name="" userId="d70b83f6f1e23693" providerId="LiveId" clId="{69643133-B62A-4E56-B5B0-B2DE61C671E2}" dt="2026-08-17T07:12:59.389" v="2128" actId="1076"/>
          <ac:spMkLst>
            <pc:docMk/>
            <pc:sldMk cId="2519233626" sldId="262"/>
            <ac:spMk id="5" creationId="{A7325DFE-5BD7-43D0-A939-973B5EE87F83}"/>
          </ac:spMkLst>
        </pc:spChg>
        <pc:spChg chg="del mod">
          <ac:chgData name="" userId="d70b83f6f1e23693" providerId="LiveId" clId="{69643133-B62A-4E56-B5B0-B2DE61C671E2}" dt="2026-08-17T07:09:41.758" v="2058" actId="478"/>
          <ac:spMkLst>
            <pc:docMk/>
            <pc:sldMk cId="2519233626" sldId="262"/>
            <ac:spMk id="6" creationId="{1675615A-2D54-401D-8CEF-581CCE53E910}"/>
          </ac:spMkLst>
        </pc:spChg>
        <pc:cxnChg chg="mod">
          <ac:chgData name="" userId="d70b83f6f1e23693" providerId="LiveId" clId="{69643133-B62A-4E56-B5B0-B2DE61C671E2}" dt="2026-08-17T07:12:52.087" v="2127" actId="1036"/>
          <ac:cxnSpMkLst>
            <pc:docMk/>
            <pc:sldMk cId="2519233626" sldId="262"/>
            <ac:cxnSpMk id="7" creationId="{CA026C95-1BF5-437C-9120-C3A49E08A406}"/>
          </ac:cxnSpMkLst>
        </pc:cxnChg>
        <pc:cxnChg chg="mod">
          <ac:chgData name="" userId="d70b83f6f1e23693" providerId="LiveId" clId="{69643133-B62A-4E56-B5B0-B2DE61C671E2}" dt="2026-08-17T07:12:52.087" v="2127" actId="1036"/>
          <ac:cxnSpMkLst>
            <pc:docMk/>
            <pc:sldMk cId="2519233626" sldId="262"/>
            <ac:cxnSpMk id="8" creationId="{BCDB64CD-E789-4B99-BB9B-1156A4F1BA10}"/>
          </ac:cxnSpMkLst>
        </pc:cxnChg>
        <pc:cxnChg chg="del">
          <ac:chgData name="" userId="d70b83f6f1e23693" providerId="LiveId" clId="{69643133-B62A-4E56-B5B0-B2DE61C671E2}" dt="2026-08-11T23:33:50.794" v="593" actId="478"/>
          <ac:cxnSpMkLst>
            <pc:docMk/>
            <pc:sldMk cId="2519233626" sldId="262"/>
            <ac:cxnSpMk id="9" creationId="{0DF4DF04-B32E-4817-80E4-DA9102615202}"/>
          </ac:cxnSpMkLst>
        </pc:cxnChg>
        <pc:cxnChg chg="mod">
          <ac:chgData name="" userId="d70b83f6f1e23693" providerId="LiveId" clId="{69643133-B62A-4E56-B5B0-B2DE61C671E2}" dt="2026-08-17T07:12:52.087" v="2127" actId="1036"/>
          <ac:cxnSpMkLst>
            <pc:docMk/>
            <pc:sldMk cId="2519233626" sldId="262"/>
            <ac:cxnSpMk id="10" creationId="{F45AEF05-C9B6-470E-BDEB-9A541DC9E7A1}"/>
          </ac:cxnSpMkLst>
        </pc:cxnChg>
        <pc:cxnChg chg="add mod">
          <ac:chgData name="" userId="d70b83f6f1e23693" providerId="LiveId" clId="{69643133-B62A-4E56-B5B0-B2DE61C671E2}" dt="2026-08-17T07:14:33.404" v="2192" actId="14100"/>
          <ac:cxnSpMkLst>
            <pc:docMk/>
            <pc:sldMk cId="2519233626" sldId="262"/>
            <ac:cxnSpMk id="11" creationId="{72BDD33F-A413-47CB-A28D-C6E15146DF73}"/>
          </ac:cxnSpMkLst>
        </pc:cxnChg>
        <pc:cxnChg chg="add mod">
          <ac:chgData name="" userId="d70b83f6f1e23693" providerId="LiveId" clId="{69643133-B62A-4E56-B5B0-B2DE61C671E2}" dt="2026-08-17T07:14:30.406" v="2191" actId="13822"/>
          <ac:cxnSpMkLst>
            <pc:docMk/>
            <pc:sldMk cId="2519233626" sldId="262"/>
            <ac:cxnSpMk id="13" creationId="{0324A3AD-AF13-4AE6-AC49-FFF522B290F2}"/>
          </ac:cxnSpMkLst>
        </pc:cxnChg>
      </pc:sldChg>
      <pc:sldChg chg="addSp delSp modSp add">
        <pc:chgData name="" userId="d70b83f6f1e23693" providerId="LiveId" clId="{69643133-B62A-4E56-B5B0-B2DE61C671E2}" dt="2026-08-17T09:27:27.313" v="3481" actId="478"/>
        <pc:sldMkLst>
          <pc:docMk/>
          <pc:sldMk cId="1143796491" sldId="263"/>
        </pc:sldMkLst>
        <pc:spChg chg="mod">
          <ac:chgData name="" userId="d70b83f6f1e23693" providerId="LiveId" clId="{69643133-B62A-4E56-B5B0-B2DE61C671E2}" dt="2026-08-17T09:21:01.034" v="3358" actId="113"/>
          <ac:spMkLst>
            <pc:docMk/>
            <pc:sldMk cId="1143796491" sldId="263"/>
            <ac:spMk id="2" creationId="{257B6799-6E6A-43C9-8F31-D573D8A6D89D}"/>
          </ac:spMkLst>
        </pc:spChg>
        <pc:spChg chg="add mod">
          <ac:chgData name="" userId="d70b83f6f1e23693" providerId="LiveId" clId="{69643133-B62A-4E56-B5B0-B2DE61C671E2}" dt="2026-08-11T23:38:37.279" v="674" actId="1076"/>
          <ac:spMkLst>
            <pc:docMk/>
            <pc:sldMk cId="1143796491" sldId="263"/>
            <ac:spMk id="3" creationId="{628B5200-FA85-4AF9-AB0B-C87BA27A7ECA}"/>
          </ac:spMkLst>
        </pc:spChg>
        <pc:spChg chg="mod">
          <ac:chgData name="" userId="d70b83f6f1e23693" providerId="LiveId" clId="{69643133-B62A-4E56-B5B0-B2DE61C671E2}" dt="2026-08-17T07:15:48.258" v="2228" actId="20577"/>
          <ac:spMkLst>
            <pc:docMk/>
            <pc:sldMk cId="1143796491" sldId="263"/>
            <ac:spMk id="4" creationId="{D4BE7DB6-6682-4C81-B2DC-EB0B64E3E67C}"/>
          </ac:spMkLst>
        </pc:spChg>
        <pc:spChg chg="add mod">
          <ac:chgData name="" userId="d70b83f6f1e23693" providerId="LiveId" clId="{69643133-B62A-4E56-B5B0-B2DE61C671E2}" dt="2026-08-17T07:15:50.943" v="2229" actId="20577"/>
          <ac:spMkLst>
            <pc:docMk/>
            <pc:sldMk cId="1143796491" sldId="263"/>
            <ac:spMk id="5" creationId="{97750817-2D77-4D95-A886-723AF4595F53}"/>
          </ac:spMkLst>
        </pc:spChg>
        <pc:spChg chg="add mod">
          <ac:chgData name="" userId="d70b83f6f1e23693" providerId="LiveId" clId="{69643133-B62A-4E56-B5B0-B2DE61C671E2}" dt="2026-08-11T23:40:22.521" v="710" actId="208"/>
          <ac:spMkLst>
            <pc:docMk/>
            <pc:sldMk cId="1143796491" sldId="263"/>
            <ac:spMk id="6" creationId="{88E633D8-0DBE-483D-9C98-BE136CF756D2}"/>
          </ac:spMkLst>
        </pc:spChg>
        <pc:spChg chg="add mod">
          <ac:chgData name="" userId="d70b83f6f1e23693" providerId="LiveId" clId="{69643133-B62A-4E56-B5B0-B2DE61C671E2}" dt="2026-08-17T07:15:34.125" v="2220" actId="20577"/>
          <ac:spMkLst>
            <pc:docMk/>
            <pc:sldMk cId="1143796491" sldId="263"/>
            <ac:spMk id="10" creationId="{4F85B2E3-409B-4CF1-BE29-3BAA71EE1188}"/>
          </ac:spMkLst>
        </pc:spChg>
        <pc:graphicFrameChg chg="add del modGraphic">
          <ac:chgData name="" userId="d70b83f6f1e23693" providerId="LiveId" clId="{69643133-B62A-4E56-B5B0-B2DE61C671E2}" dt="2026-08-17T09:27:27.313" v="3481" actId="478"/>
          <ac:graphicFrameMkLst>
            <pc:docMk/>
            <pc:sldMk cId="1143796491" sldId="263"/>
            <ac:graphicFrameMk id="9" creationId="{2848E721-6B1B-4FB1-A104-3175E20A057D}"/>
          </ac:graphicFrameMkLst>
        </pc:graphicFrameChg>
        <pc:cxnChg chg="add mod">
          <ac:chgData name="" userId="d70b83f6f1e23693" providerId="LiveId" clId="{69643133-B62A-4E56-B5B0-B2DE61C671E2}" dt="2026-08-11T23:41:23.214" v="715" actId="1076"/>
          <ac:cxnSpMkLst>
            <pc:docMk/>
            <pc:sldMk cId="1143796491" sldId="263"/>
            <ac:cxnSpMk id="8" creationId="{6811FBDA-BD48-4720-8071-22B229CA5B70}"/>
          </ac:cxnSpMkLst>
        </pc:cxnChg>
        <pc:cxnChg chg="add mod">
          <ac:chgData name="" userId="d70b83f6f1e23693" providerId="LiveId" clId="{69643133-B62A-4E56-B5B0-B2DE61C671E2}" dt="2026-08-11T23:41:48.921" v="726" actId="14100"/>
          <ac:cxnSpMkLst>
            <pc:docMk/>
            <pc:sldMk cId="1143796491" sldId="263"/>
            <ac:cxnSpMk id="11" creationId="{217772A7-AC5E-4E61-A2D8-CD9D1D87F9A2}"/>
          </ac:cxnSpMkLst>
        </pc:cxnChg>
      </pc:sldChg>
      <pc:sldChg chg="modSp add">
        <pc:chgData name="" userId="d70b83f6f1e23693" providerId="LiveId" clId="{69643133-B62A-4E56-B5B0-B2DE61C671E2}" dt="2026-08-17T09:21:13.711" v="3361" actId="113"/>
        <pc:sldMkLst>
          <pc:docMk/>
          <pc:sldMk cId="4111288739" sldId="264"/>
        </pc:sldMkLst>
        <pc:spChg chg="mod">
          <ac:chgData name="" userId="d70b83f6f1e23693" providerId="LiveId" clId="{69643133-B62A-4E56-B5B0-B2DE61C671E2}" dt="2026-08-17T09:21:13.711" v="3361" actId="113"/>
          <ac:spMkLst>
            <pc:docMk/>
            <pc:sldMk cId="4111288739" sldId="264"/>
            <ac:spMk id="2" creationId="{257B6799-6E6A-43C9-8F31-D573D8A6D89D}"/>
          </ac:spMkLst>
        </pc:spChg>
      </pc:sldChg>
      <pc:sldChg chg="addSp modSp add">
        <pc:chgData name="" userId="d70b83f6f1e23693" providerId="LiveId" clId="{69643133-B62A-4E56-B5B0-B2DE61C671E2}" dt="2026-08-17T09:47:54.872" v="3550" actId="6549"/>
        <pc:sldMkLst>
          <pc:docMk/>
          <pc:sldMk cId="1394212771" sldId="265"/>
        </pc:sldMkLst>
        <pc:spChg chg="mod">
          <ac:chgData name="" userId="d70b83f6f1e23693" providerId="LiveId" clId="{69643133-B62A-4E56-B5B0-B2DE61C671E2}" dt="2026-08-17T07:16:13.196" v="2231" actId="113"/>
          <ac:spMkLst>
            <pc:docMk/>
            <pc:sldMk cId="1394212771" sldId="265"/>
            <ac:spMk id="2" creationId="{257B6799-6E6A-43C9-8F31-D573D8A6D89D}"/>
          </ac:spMkLst>
        </pc:spChg>
        <pc:spChg chg="mod">
          <ac:chgData name="" userId="d70b83f6f1e23693" providerId="LiveId" clId="{69643133-B62A-4E56-B5B0-B2DE61C671E2}" dt="2026-08-17T09:21:42.968" v="3362" actId="14100"/>
          <ac:spMkLst>
            <pc:docMk/>
            <pc:sldMk cId="1394212771" sldId="265"/>
            <ac:spMk id="3" creationId="{628B5200-FA85-4AF9-AB0B-C87BA27A7ECA}"/>
          </ac:spMkLst>
        </pc:spChg>
        <pc:spChg chg="mod">
          <ac:chgData name="" userId="d70b83f6f1e23693" providerId="LiveId" clId="{69643133-B62A-4E56-B5B0-B2DE61C671E2}" dt="2026-08-17T07:18:37.801" v="2279" actId="20577"/>
          <ac:spMkLst>
            <pc:docMk/>
            <pc:sldMk cId="1394212771" sldId="265"/>
            <ac:spMk id="4" creationId="{D4BE7DB6-6682-4C81-B2DC-EB0B64E3E67C}"/>
          </ac:spMkLst>
        </pc:spChg>
        <pc:spChg chg="mod">
          <ac:chgData name="" userId="d70b83f6f1e23693" providerId="LiveId" clId="{69643133-B62A-4E56-B5B0-B2DE61C671E2}" dt="2026-08-17T09:21:55.183" v="3364" actId="1076"/>
          <ac:spMkLst>
            <pc:docMk/>
            <pc:sldMk cId="1394212771" sldId="265"/>
            <ac:spMk id="5" creationId="{97750817-2D77-4D95-A886-723AF4595F53}"/>
          </ac:spMkLst>
        </pc:spChg>
        <pc:spChg chg="mod">
          <ac:chgData name="" userId="d70b83f6f1e23693" providerId="LiveId" clId="{69643133-B62A-4E56-B5B0-B2DE61C671E2}" dt="2026-08-17T07:16:57.748" v="2237" actId="14100"/>
          <ac:spMkLst>
            <pc:docMk/>
            <pc:sldMk cId="1394212771" sldId="265"/>
            <ac:spMk id="6" creationId="{88E633D8-0DBE-483D-9C98-BE136CF756D2}"/>
          </ac:spMkLst>
        </pc:spChg>
        <pc:spChg chg="mod">
          <ac:chgData name="" userId="d70b83f6f1e23693" providerId="LiveId" clId="{69643133-B62A-4E56-B5B0-B2DE61C671E2}" dt="2026-08-17T09:47:54.872" v="3550" actId="6549"/>
          <ac:spMkLst>
            <pc:docMk/>
            <pc:sldMk cId="1394212771" sldId="265"/>
            <ac:spMk id="10" creationId="{4F85B2E3-409B-4CF1-BE29-3BAA71EE1188}"/>
          </ac:spMkLst>
        </pc:spChg>
        <pc:spChg chg="add mod">
          <ac:chgData name="" userId="d70b83f6f1e23693" providerId="LiveId" clId="{69643133-B62A-4E56-B5B0-B2DE61C671E2}" dt="2026-08-17T07:19:55.323" v="2314" actId="6549"/>
          <ac:spMkLst>
            <pc:docMk/>
            <pc:sldMk cId="1394212771" sldId="265"/>
            <ac:spMk id="12" creationId="{360752BA-9ADA-4C41-801A-7B7D14ECA1A7}"/>
          </ac:spMkLst>
        </pc:spChg>
        <pc:cxnChg chg="mod">
          <ac:chgData name="" userId="d70b83f6f1e23693" providerId="LiveId" clId="{69643133-B62A-4E56-B5B0-B2DE61C671E2}" dt="2026-08-17T07:17:29.965" v="2245" actId="1076"/>
          <ac:cxnSpMkLst>
            <pc:docMk/>
            <pc:sldMk cId="1394212771" sldId="265"/>
            <ac:cxnSpMk id="11" creationId="{217772A7-AC5E-4E61-A2D8-CD9D1D87F9A2}"/>
          </ac:cxnSpMkLst>
        </pc:cxnChg>
      </pc:sldChg>
      <pc:sldChg chg="addSp delSp modSp add ord">
        <pc:chgData name="" userId="d70b83f6f1e23693" providerId="LiveId" clId="{69643133-B62A-4E56-B5B0-B2DE61C671E2}" dt="2026-08-17T09:36:40.209" v="3544" actId="1076"/>
        <pc:sldMkLst>
          <pc:docMk/>
          <pc:sldMk cId="3272213094" sldId="266"/>
        </pc:sldMkLst>
        <pc:spChg chg="mod">
          <ac:chgData name="" userId="d70b83f6f1e23693" providerId="LiveId" clId="{69643133-B62A-4E56-B5B0-B2DE61C671E2}" dt="2026-08-17T09:32:17.657" v="3485" actId="6549"/>
          <ac:spMkLst>
            <pc:docMk/>
            <pc:sldMk cId="3272213094" sldId="266"/>
            <ac:spMk id="2" creationId="{5058DBAD-8F33-44DC-9D8E-4BAA27D8253C}"/>
          </ac:spMkLst>
        </pc:spChg>
        <pc:spChg chg="del mod">
          <ac:chgData name="" userId="d70b83f6f1e23693" providerId="LiveId" clId="{69643133-B62A-4E56-B5B0-B2DE61C671E2}" dt="2026-08-16T06:11:19.550" v="929" actId="3680"/>
          <ac:spMkLst>
            <pc:docMk/>
            <pc:sldMk cId="3272213094" sldId="266"/>
            <ac:spMk id="3" creationId="{57841EF9-BD05-4B28-BEDC-8E4032291396}"/>
          </ac:spMkLst>
        </pc:spChg>
        <pc:spChg chg="add mod">
          <ac:chgData name="" userId="d70b83f6f1e23693" providerId="LiveId" clId="{69643133-B62A-4E56-B5B0-B2DE61C671E2}" dt="2026-08-17T07:25:38.035" v="2414" actId="255"/>
          <ac:spMkLst>
            <pc:docMk/>
            <pc:sldMk cId="3272213094" sldId="266"/>
            <ac:spMk id="7" creationId="{5D56CA3F-2C5F-4884-8819-0ED23AEF8146}"/>
          </ac:spMkLst>
        </pc:spChg>
        <pc:spChg chg="add mod">
          <ac:chgData name="" userId="d70b83f6f1e23693" providerId="LiveId" clId="{69643133-B62A-4E56-B5B0-B2DE61C671E2}" dt="2026-08-17T09:36:31.464" v="3543" actId="20577"/>
          <ac:spMkLst>
            <pc:docMk/>
            <pc:sldMk cId="3272213094" sldId="266"/>
            <ac:spMk id="8" creationId="{821FF7F1-B043-485D-A087-5898543A1E26}"/>
          </ac:spMkLst>
        </pc:spChg>
        <pc:spChg chg="add mod">
          <ac:chgData name="" userId="d70b83f6f1e23693" providerId="LiveId" clId="{69643133-B62A-4E56-B5B0-B2DE61C671E2}" dt="2026-08-17T07:30:08.962" v="2537" actId="20577"/>
          <ac:spMkLst>
            <pc:docMk/>
            <pc:sldMk cId="3272213094" sldId="266"/>
            <ac:spMk id="9" creationId="{B74C0192-4E88-45E0-92E4-007A5541D193}"/>
          </ac:spMkLst>
        </pc:spChg>
        <pc:spChg chg="add mod">
          <ac:chgData name="" userId="d70b83f6f1e23693" providerId="LiveId" clId="{69643133-B62A-4E56-B5B0-B2DE61C671E2}" dt="2026-08-17T09:35:22.454" v="3517" actId="20577"/>
          <ac:spMkLst>
            <pc:docMk/>
            <pc:sldMk cId="3272213094" sldId="266"/>
            <ac:spMk id="10" creationId="{94597E86-1DFB-4B85-99D4-6E68CCACE4F4}"/>
          </ac:spMkLst>
        </pc:spChg>
        <pc:spChg chg="add mod">
          <ac:chgData name="" userId="d70b83f6f1e23693" providerId="LiveId" clId="{69643133-B62A-4E56-B5B0-B2DE61C671E2}" dt="2026-08-17T09:36:40.209" v="3544" actId="1076"/>
          <ac:spMkLst>
            <pc:docMk/>
            <pc:sldMk cId="3272213094" sldId="266"/>
            <ac:spMk id="11" creationId="{01C3EB7C-1261-4FFA-BCAD-AC65ABE1B7A6}"/>
          </ac:spMkLst>
        </pc:spChg>
        <pc:spChg chg="add mod">
          <ac:chgData name="" userId="d70b83f6f1e23693" providerId="LiveId" clId="{69643133-B62A-4E56-B5B0-B2DE61C671E2}" dt="2026-08-17T09:32:56.216" v="3489" actId="1582"/>
          <ac:spMkLst>
            <pc:docMk/>
            <pc:sldMk cId="3272213094" sldId="266"/>
            <ac:spMk id="12" creationId="{8A0F6B20-7F6A-44CB-A283-CDE354FBEED0}"/>
          </ac:spMkLst>
        </pc:spChg>
        <pc:spChg chg="add mod">
          <ac:chgData name="" userId="d70b83f6f1e23693" providerId="LiveId" clId="{69643133-B62A-4E56-B5B0-B2DE61C671E2}" dt="2026-08-17T09:34:25.037" v="3506" actId="208"/>
          <ac:spMkLst>
            <pc:docMk/>
            <pc:sldMk cId="3272213094" sldId="266"/>
            <ac:spMk id="13" creationId="{19F0A937-D6D1-4407-AB6B-FE1685346714}"/>
          </ac:spMkLst>
        </pc:spChg>
        <pc:graphicFrameChg chg="add mod modGraphic">
          <ac:chgData name="" userId="d70b83f6f1e23693" providerId="LiveId" clId="{69643133-B62A-4E56-B5B0-B2DE61C671E2}" dt="2026-08-17T07:33:11.648" v="2636" actId="122"/>
          <ac:graphicFrameMkLst>
            <pc:docMk/>
            <pc:sldMk cId="3272213094" sldId="266"/>
            <ac:graphicFrameMk id="4" creationId="{621D1A79-8437-48B9-8453-5F5DC6955622}"/>
          </ac:graphicFrameMkLst>
        </pc:graphicFrameChg>
        <pc:graphicFrameChg chg="add del mod">
          <ac:chgData name="" userId="d70b83f6f1e23693" providerId="LiveId" clId="{69643133-B62A-4E56-B5B0-B2DE61C671E2}" dt="2026-08-17T07:22:45.966" v="2344"/>
          <ac:graphicFrameMkLst>
            <pc:docMk/>
            <pc:sldMk cId="3272213094" sldId="266"/>
            <ac:graphicFrameMk id="5" creationId="{83315DBF-330D-4658-88D9-36BF82672350}"/>
          </ac:graphicFrameMkLst>
        </pc:graphicFrameChg>
        <pc:graphicFrameChg chg="add del mod">
          <ac:chgData name="" userId="d70b83f6f1e23693" providerId="LiveId" clId="{69643133-B62A-4E56-B5B0-B2DE61C671E2}" dt="2026-08-17T07:23:04.376" v="2349"/>
          <ac:graphicFrameMkLst>
            <pc:docMk/>
            <pc:sldMk cId="3272213094" sldId="266"/>
            <ac:graphicFrameMk id="6" creationId="{411CA721-7262-4A10-9C41-D8F3E2DB20C1}"/>
          </ac:graphicFrameMkLst>
        </pc:graphicFrameChg>
        <pc:inkChg chg="add del">
          <ac:chgData name="" userId="d70b83f6f1e23693" providerId="LiveId" clId="{69643133-B62A-4E56-B5B0-B2DE61C671E2}" dt="2026-08-17T09:34:55.973" v="3509"/>
          <ac:inkMkLst>
            <pc:docMk/>
            <pc:sldMk cId="3272213094" sldId="266"/>
            <ac:inkMk id="14" creationId="{EBA878ED-E1C5-4B2D-84AE-75F5439B4D1A}"/>
          </ac:inkMkLst>
        </pc:inkChg>
        <pc:inkChg chg="add del">
          <ac:chgData name="" userId="d70b83f6f1e23693" providerId="LiveId" clId="{69643133-B62A-4E56-B5B0-B2DE61C671E2}" dt="2026-08-17T09:34:55.973" v="3509"/>
          <ac:inkMkLst>
            <pc:docMk/>
            <pc:sldMk cId="3272213094" sldId="266"/>
            <ac:inkMk id="15" creationId="{19A21A8B-D141-45EA-B999-E0DB23D30AE4}"/>
          </ac:inkMkLst>
        </pc:inkChg>
        <pc:inkChg chg="add">
          <ac:chgData name="" userId="d70b83f6f1e23693" providerId="LiveId" clId="{69643133-B62A-4E56-B5B0-B2DE61C671E2}" dt="2026-08-17T09:34:55.973" v="3509"/>
          <ac:inkMkLst>
            <pc:docMk/>
            <pc:sldMk cId="3272213094" sldId="266"/>
            <ac:inkMk id="16" creationId="{A3B4F60C-735A-4A51-94DC-BA8E5DC5DC15}"/>
          </ac:inkMkLst>
        </pc:inkChg>
        <pc:inkChg chg="add del">
          <ac:chgData name="" userId="d70b83f6f1e23693" providerId="LiveId" clId="{69643133-B62A-4E56-B5B0-B2DE61C671E2}" dt="2026-08-17T09:35:06.245" v="3512"/>
          <ac:inkMkLst>
            <pc:docMk/>
            <pc:sldMk cId="3272213094" sldId="266"/>
            <ac:inkMk id="17" creationId="{E7F7FFC6-BB5A-490A-8048-8FE90BC42040}"/>
          </ac:inkMkLst>
        </pc:inkChg>
        <pc:inkChg chg="add del">
          <ac:chgData name="" userId="d70b83f6f1e23693" providerId="LiveId" clId="{69643133-B62A-4E56-B5B0-B2DE61C671E2}" dt="2026-08-17T09:35:06.245" v="3512"/>
          <ac:inkMkLst>
            <pc:docMk/>
            <pc:sldMk cId="3272213094" sldId="266"/>
            <ac:inkMk id="18" creationId="{FCC1A58F-0073-4704-BAA7-46E8043389FD}"/>
          </ac:inkMkLst>
        </pc:inkChg>
        <pc:inkChg chg="add del">
          <ac:chgData name="" userId="d70b83f6f1e23693" providerId="LiveId" clId="{69643133-B62A-4E56-B5B0-B2DE61C671E2}" dt="2026-08-17T09:35:10.229" v="3514"/>
          <ac:inkMkLst>
            <pc:docMk/>
            <pc:sldMk cId="3272213094" sldId="266"/>
            <ac:inkMk id="19" creationId="{5BCA7AB8-797D-4C21-B7D2-33343237F347}"/>
          </ac:inkMkLst>
        </pc:inkChg>
        <pc:inkChg chg="add del">
          <ac:chgData name="" userId="d70b83f6f1e23693" providerId="LiveId" clId="{69643133-B62A-4E56-B5B0-B2DE61C671E2}" dt="2026-08-17T09:35:10.229" v="3514"/>
          <ac:inkMkLst>
            <pc:docMk/>
            <pc:sldMk cId="3272213094" sldId="266"/>
            <ac:inkMk id="20" creationId="{3E71DF2E-9F72-4799-9B5D-A4C4B1A74F28}"/>
          </ac:inkMkLst>
        </pc:inkChg>
        <pc:inkChg chg="add">
          <ac:chgData name="" userId="d70b83f6f1e23693" providerId="LiveId" clId="{69643133-B62A-4E56-B5B0-B2DE61C671E2}" dt="2026-08-17T09:35:10.229" v="3514"/>
          <ac:inkMkLst>
            <pc:docMk/>
            <pc:sldMk cId="3272213094" sldId="266"/>
            <ac:inkMk id="21" creationId="{D3DD1C45-1418-412A-96D4-280709F12E5F}"/>
          </ac:inkMkLst>
        </pc:inkChg>
        <pc:inkChg chg="add">
          <ac:chgData name="" userId="d70b83f6f1e23693" providerId="LiveId" clId="{69643133-B62A-4E56-B5B0-B2DE61C671E2}" dt="2026-08-17T09:35:16.211" v="3515"/>
          <ac:inkMkLst>
            <pc:docMk/>
            <pc:sldMk cId="3272213094" sldId="266"/>
            <ac:inkMk id="22" creationId="{1C665B04-4CF7-4471-A109-32796F9A9AFF}"/>
          </ac:inkMkLst>
        </pc:inkChg>
      </pc:sldChg>
      <pc:sldChg chg="addSp delSp modSp add">
        <pc:chgData name="" userId="d70b83f6f1e23693" providerId="LiveId" clId="{69643133-B62A-4E56-B5B0-B2DE61C671E2}" dt="2026-08-17T09:26:33.233" v="3480" actId="14100"/>
        <pc:sldMkLst>
          <pc:docMk/>
          <pc:sldMk cId="1959875306" sldId="267"/>
        </pc:sldMkLst>
        <pc:spChg chg="del mod">
          <ac:chgData name="" userId="d70b83f6f1e23693" providerId="LiveId" clId="{69643133-B62A-4E56-B5B0-B2DE61C671E2}" dt="2026-08-17T06:56:08.048" v="1860" actId="478"/>
          <ac:spMkLst>
            <pc:docMk/>
            <pc:sldMk cId="1959875306" sldId="267"/>
            <ac:spMk id="2" creationId="{96BD371F-BCEE-4934-A4A0-D0C8D5878EE4}"/>
          </ac:spMkLst>
        </pc:spChg>
        <pc:spChg chg="del mod">
          <ac:chgData name="" userId="d70b83f6f1e23693" providerId="LiveId" clId="{69643133-B62A-4E56-B5B0-B2DE61C671E2}" dt="2026-08-17T05:33:33.025" v="1257" actId="478"/>
          <ac:spMkLst>
            <pc:docMk/>
            <pc:sldMk cId="1959875306" sldId="267"/>
            <ac:spMk id="3" creationId="{35352695-A3D3-42CD-8040-16EE200426A6}"/>
          </ac:spMkLst>
        </pc:spChg>
        <pc:spChg chg="add mod">
          <ac:chgData name="" userId="d70b83f6f1e23693" providerId="LiveId" clId="{69643133-B62A-4E56-B5B0-B2DE61C671E2}" dt="2026-08-17T06:10:57.655" v="1301" actId="1076"/>
          <ac:spMkLst>
            <pc:docMk/>
            <pc:sldMk cId="1959875306" sldId="267"/>
            <ac:spMk id="4" creationId="{1AB102CC-81B3-4DA5-B889-C418417F1F18}"/>
          </ac:spMkLst>
        </pc:spChg>
        <pc:spChg chg="add mod">
          <ac:chgData name="" userId="d70b83f6f1e23693" providerId="LiveId" clId="{69643133-B62A-4E56-B5B0-B2DE61C671E2}" dt="2026-08-17T06:10:57.655" v="1301" actId="1076"/>
          <ac:spMkLst>
            <pc:docMk/>
            <pc:sldMk cId="1959875306" sldId="267"/>
            <ac:spMk id="5" creationId="{4E53CBD0-D510-4162-9EDB-ABB179401B52}"/>
          </ac:spMkLst>
        </pc:spChg>
        <pc:spChg chg="add del mod">
          <ac:chgData name="" userId="d70b83f6f1e23693" providerId="LiveId" clId="{69643133-B62A-4E56-B5B0-B2DE61C671E2}" dt="2026-08-17T05:33:46.648" v="1259" actId="478"/>
          <ac:spMkLst>
            <pc:docMk/>
            <pc:sldMk cId="1959875306" sldId="267"/>
            <ac:spMk id="6" creationId="{74DF0E03-93A6-45B5-8BF6-5D066A63A138}"/>
          </ac:spMkLst>
        </pc:spChg>
        <pc:spChg chg="add mod">
          <ac:chgData name="" userId="d70b83f6f1e23693" providerId="LiveId" clId="{69643133-B62A-4E56-B5B0-B2DE61C671E2}" dt="2026-08-17T06:10:57.655" v="1301" actId="1076"/>
          <ac:spMkLst>
            <pc:docMk/>
            <pc:sldMk cId="1959875306" sldId="267"/>
            <ac:spMk id="7" creationId="{4C5AE494-1108-4BF4-A19C-AF3D76992FFE}"/>
          </ac:spMkLst>
        </pc:spChg>
        <pc:spChg chg="add mod">
          <ac:chgData name="" userId="d70b83f6f1e23693" providerId="LiveId" clId="{69643133-B62A-4E56-B5B0-B2DE61C671E2}" dt="2026-08-17T06:57:57.575" v="1869" actId="207"/>
          <ac:spMkLst>
            <pc:docMk/>
            <pc:sldMk cId="1959875306" sldId="267"/>
            <ac:spMk id="8" creationId="{2457A662-0E6B-4A74-93A7-9037AB47164A}"/>
          </ac:spMkLst>
        </pc:spChg>
        <pc:spChg chg="add mod">
          <ac:chgData name="" userId="d70b83f6f1e23693" providerId="LiveId" clId="{69643133-B62A-4E56-B5B0-B2DE61C671E2}" dt="2026-08-17T09:23:57.738" v="3365" actId="6549"/>
          <ac:spMkLst>
            <pc:docMk/>
            <pc:sldMk cId="1959875306" sldId="267"/>
            <ac:spMk id="9" creationId="{07F49F3C-773B-400D-935E-1CEC57213D2F}"/>
          </ac:spMkLst>
        </pc:spChg>
        <pc:spChg chg="add mod">
          <ac:chgData name="" userId="d70b83f6f1e23693" providerId="LiveId" clId="{69643133-B62A-4E56-B5B0-B2DE61C671E2}" dt="2026-08-17T06:10:57.655" v="1301" actId="1076"/>
          <ac:spMkLst>
            <pc:docMk/>
            <pc:sldMk cId="1959875306" sldId="267"/>
            <ac:spMk id="10" creationId="{97FEB925-D3DD-4885-804C-546C63164FF1}"/>
          </ac:spMkLst>
        </pc:spChg>
        <pc:spChg chg="add mod">
          <ac:chgData name="" userId="d70b83f6f1e23693" providerId="LiveId" clId="{69643133-B62A-4E56-B5B0-B2DE61C671E2}" dt="2026-08-17T06:57:20.044" v="1867" actId="1076"/>
          <ac:spMkLst>
            <pc:docMk/>
            <pc:sldMk cId="1959875306" sldId="267"/>
            <ac:spMk id="11" creationId="{30C337CC-95EE-479A-9DCE-1F3E02CB9ABE}"/>
          </ac:spMkLst>
        </pc:spChg>
        <pc:spChg chg="add mod">
          <ac:chgData name="" userId="d70b83f6f1e23693" providerId="LiveId" clId="{69643133-B62A-4E56-B5B0-B2DE61C671E2}" dt="2026-08-17T06:57:24.703" v="1868" actId="207"/>
          <ac:spMkLst>
            <pc:docMk/>
            <pc:sldMk cId="1959875306" sldId="267"/>
            <ac:spMk id="12" creationId="{3BEB5375-67AC-4AB7-BB37-6A2738666362}"/>
          </ac:spMkLst>
        </pc:spChg>
        <pc:spChg chg="add mod">
          <ac:chgData name="" userId="d70b83f6f1e23693" providerId="LiveId" clId="{69643133-B62A-4E56-B5B0-B2DE61C671E2}" dt="2026-08-17T06:12:02.006" v="1322" actId="1076"/>
          <ac:spMkLst>
            <pc:docMk/>
            <pc:sldMk cId="1959875306" sldId="267"/>
            <ac:spMk id="14" creationId="{A4A9A4BC-B508-4360-B666-1C537594291F}"/>
          </ac:spMkLst>
        </pc:spChg>
        <pc:spChg chg="add mod">
          <ac:chgData name="" userId="d70b83f6f1e23693" providerId="LiveId" clId="{69643133-B62A-4E56-B5B0-B2DE61C671E2}" dt="2026-08-17T07:00:11.770" v="1872" actId="113"/>
          <ac:spMkLst>
            <pc:docMk/>
            <pc:sldMk cId="1959875306" sldId="267"/>
            <ac:spMk id="15" creationId="{BFA2611D-A3E7-452D-8834-53A169CA3856}"/>
          </ac:spMkLst>
        </pc:spChg>
        <pc:spChg chg="add mod">
          <ac:chgData name="" userId="d70b83f6f1e23693" providerId="LiveId" clId="{69643133-B62A-4E56-B5B0-B2DE61C671E2}" dt="2026-08-17T06:14:45.924" v="1356" actId="688"/>
          <ac:spMkLst>
            <pc:docMk/>
            <pc:sldMk cId="1959875306" sldId="267"/>
            <ac:spMk id="16" creationId="{19ABFC6D-406D-401B-B51E-73FFAE0B377A}"/>
          </ac:spMkLst>
        </pc:spChg>
        <pc:spChg chg="add mod">
          <ac:chgData name="" userId="d70b83f6f1e23693" providerId="LiveId" clId="{69643133-B62A-4E56-B5B0-B2DE61C671E2}" dt="2026-08-17T06:15:02.183" v="1359" actId="1076"/>
          <ac:spMkLst>
            <pc:docMk/>
            <pc:sldMk cId="1959875306" sldId="267"/>
            <ac:spMk id="17" creationId="{BC6547C5-09E9-4630-88AE-3320D2800044}"/>
          </ac:spMkLst>
        </pc:spChg>
        <pc:spChg chg="add del mod">
          <ac:chgData name="" userId="d70b83f6f1e23693" providerId="LiveId" clId="{69643133-B62A-4E56-B5B0-B2DE61C671E2}" dt="2026-08-17T06:16:06.038" v="1374" actId="478"/>
          <ac:spMkLst>
            <pc:docMk/>
            <pc:sldMk cId="1959875306" sldId="267"/>
            <ac:spMk id="18" creationId="{CEF8CA93-395D-4892-8957-8739250260F4}"/>
          </ac:spMkLst>
        </pc:spChg>
        <pc:spChg chg="add mod">
          <ac:chgData name="" userId="d70b83f6f1e23693" providerId="LiveId" clId="{69643133-B62A-4E56-B5B0-B2DE61C671E2}" dt="2026-08-17T06:19:36.788" v="1478" actId="20577"/>
          <ac:spMkLst>
            <pc:docMk/>
            <pc:sldMk cId="1959875306" sldId="267"/>
            <ac:spMk id="19" creationId="{CE6F79C6-846C-4EA3-811A-90A6A01EA622}"/>
          </ac:spMkLst>
        </pc:spChg>
        <pc:spChg chg="add mod">
          <ac:chgData name="" userId="d70b83f6f1e23693" providerId="LiveId" clId="{69643133-B62A-4E56-B5B0-B2DE61C671E2}" dt="2026-08-17T06:19:29.338" v="1474" actId="20577"/>
          <ac:spMkLst>
            <pc:docMk/>
            <pc:sldMk cId="1959875306" sldId="267"/>
            <ac:spMk id="20" creationId="{FC9276D8-57F8-466A-AD48-0C6BA8279FB0}"/>
          </ac:spMkLst>
        </pc:spChg>
        <pc:spChg chg="add mod">
          <ac:chgData name="" userId="d70b83f6f1e23693" providerId="LiveId" clId="{69643133-B62A-4E56-B5B0-B2DE61C671E2}" dt="2026-08-17T06:19:48.183" v="1482" actId="20577"/>
          <ac:spMkLst>
            <pc:docMk/>
            <pc:sldMk cId="1959875306" sldId="267"/>
            <ac:spMk id="21" creationId="{27957786-C025-4B31-A417-782FF11139B4}"/>
          </ac:spMkLst>
        </pc:spChg>
        <pc:spChg chg="add mod">
          <ac:chgData name="" userId="d70b83f6f1e23693" providerId="LiveId" clId="{69643133-B62A-4E56-B5B0-B2DE61C671E2}" dt="2026-08-17T06:20:40.591" v="1490" actId="20577"/>
          <ac:spMkLst>
            <pc:docMk/>
            <pc:sldMk cId="1959875306" sldId="267"/>
            <ac:spMk id="22" creationId="{826F48F1-7AA9-4FC6-824F-CBC9967A6023}"/>
          </ac:spMkLst>
        </pc:spChg>
        <pc:spChg chg="add mod">
          <ac:chgData name="" userId="d70b83f6f1e23693" providerId="LiveId" clId="{69643133-B62A-4E56-B5B0-B2DE61C671E2}" dt="2026-08-17T06:52:56.619" v="1800" actId="20577"/>
          <ac:spMkLst>
            <pc:docMk/>
            <pc:sldMk cId="1959875306" sldId="267"/>
            <ac:spMk id="23" creationId="{7FC59EF1-4049-4605-85F3-BEDE0EE4C856}"/>
          </ac:spMkLst>
        </pc:spChg>
        <pc:spChg chg="add mod">
          <ac:chgData name="" userId="d70b83f6f1e23693" providerId="LiveId" clId="{69643133-B62A-4E56-B5B0-B2DE61C671E2}" dt="2026-08-17T06:47:03.820" v="1687" actId="1076"/>
          <ac:spMkLst>
            <pc:docMk/>
            <pc:sldMk cId="1959875306" sldId="267"/>
            <ac:spMk id="25" creationId="{21841489-48E7-4805-9F94-4211ADE73095}"/>
          </ac:spMkLst>
        </pc:spChg>
        <pc:spChg chg="add mod">
          <ac:chgData name="" userId="d70b83f6f1e23693" providerId="LiveId" clId="{69643133-B62A-4E56-B5B0-B2DE61C671E2}" dt="2026-08-17T06:47:10.517" v="1689" actId="1076"/>
          <ac:spMkLst>
            <pc:docMk/>
            <pc:sldMk cId="1959875306" sldId="267"/>
            <ac:spMk id="27" creationId="{79EF513D-DF4D-4CA8-B4D1-753B65DEB030}"/>
          </ac:spMkLst>
        </pc:spChg>
        <pc:spChg chg="add mod">
          <ac:chgData name="" userId="d70b83f6f1e23693" providerId="LiveId" clId="{69643133-B62A-4E56-B5B0-B2DE61C671E2}" dt="2026-08-17T06:49:48.153" v="1752" actId="1076"/>
          <ac:spMkLst>
            <pc:docMk/>
            <pc:sldMk cId="1959875306" sldId="267"/>
            <ac:spMk id="29" creationId="{5DC8A76E-8DAA-455E-956C-1787ABB47ACA}"/>
          </ac:spMkLst>
        </pc:spChg>
        <pc:spChg chg="add mod">
          <ac:chgData name="" userId="d70b83f6f1e23693" providerId="LiveId" clId="{69643133-B62A-4E56-B5B0-B2DE61C671E2}" dt="2026-08-17T06:53:20.327" v="1802" actId="14100"/>
          <ac:spMkLst>
            <pc:docMk/>
            <pc:sldMk cId="1959875306" sldId="267"/>
            <ac:spMk id="36" creationId="{9C6C97B6-B0DB-44FF-B75D-C07A835F256D}"/>
          </ac:spMkLst>
        </pc:spChg>
        <pc:spChg chg="add mod">
          <ac:chgData name="" userId="d70b83f6f1e23693" providerId="LiveId" clId="{69643133-B62A-4E56-B5B0-B2DE61C671E2}" dt="2026-08-17T06:54:34.379" v="1848" actId="208"/>
          <ac:spMkLst>
            <pc:docMk/>
            <pc:sldMk cId="1959875306" sldId="267"/>
            <ac:spMk id="39" creationId="{5FE9465C-74FC-4699-963E-0D0D734BFC50}"/>
          </ac:spMkLst>
        </pc:spChg>
        <pc:spChg chg="add mod">
          <ac:chgData name="" userId="d70b83f6f1e23693" providerId="LiveId" clId="{69643133-B62A-4E56-B5B0-B2DE61C671E2}" dt="2026-08-17T06:56:45.998" v="1865" actId="207"/>
          <ac:spMkLst>
            <pc:docMk/>
            <pc:sldMk cId="1959875306" sldId="267"/>
            <ac:spMk id="42" creationId="{EA1F5B26-25F8-4153-9B81-A06191B9F5C2}"/>
          </ac:spMkLst>
        </pc:spChg>
        <pc:spChg chg="add mod">
          <ac:chgData name="" userId="d70b83f6f1e23693" providerId="LiveId" clId="{69643133-B62A-4E56-B5B0-B2DE61C671E2}" dt="2026-08-17T07:01:22.269" v="1893" actId="1076"/>
          <ac:spMkLst>
            <pc:docMk/>
            <pc:sldMk cId="1959875306" sldId="267"/>
            <ac:spMk id="43" creationId="{489B87F4-FA7A-48D8-B3B8-702C647C8AC9}"/>
          </ac:spMkLst>
        </pc:spChg>
        <pc:spChg chg="add del mod">
          <ac:chgData name="" userId="d70b83f6f1e23693" providerId="LiveId" clId="{69643133-B62A-4E56-B5B0-B2DE61C671E2}" dt="2026-08-17T07:01:19.130" v="1892" actId="478"/>
          <ac:spMkLst>
            <pc:docMk/>
            <pc:sldMk cId="1959875306" sldId="267"/>
            <ac:spMk id="44" creationId="{C52EADDF-72B6-4B0A-AC06-7087BC12F877}"/>
          </ac:spMkLst>
        </pc:spChg>
        <pc:spChg chg="add mod">
          <ac:chgData name="" userId="d70b83f6f1e23693" providerId="LiveId" clId="{69643133-B62A-4E56-B5B0-B2DE61C671E2}" dt="2026-08-17T07:01:30.310" v="1898" actId="6549"/>
          <ac:spMkLst>
            <pc:docMk/>
            <pc:sldMk cId="1959875306" sldId="267"/>
            <ac:spMk id="45" creationId="{B71E08C5-D5E6-4FF3-BD79-ED890520B7CF}"/>
          </ac:spMkLst>
        </pc:spChg>
        <pc:spChg chg="add mod">
          <ac:chgData name="" userId="d70b83f6f1e23693" providerId="LiveId" clId="{69643133-B62A-4E56-B5B0-B2DE61C671E2}" dt="2026-08-17T07:01:51.649" v="1904" actId="1076"/>
          <ac:spMkLst>
            <pc:docMk/>
            <pc:sldMk cId="1959875306" sldId="267"/>
            <ac:spMk id="46" creationId="{8D154222-3689-4CFD-8E96-253E01CD04EC}"/>
          </ac:spMkLst>
        </pc:spChg>
        <pc:spChg chg="add mod">
          <ac:chgData name="" userId="d70b83f6f1e23693" providerId="LiveId" clId="{69643133-B62A-4E56-B5B0-B2DE61C671E2}" dt="2026-08-17T07:02:22.459" v="1909" actId="6549"/>
          <ac:spMkLst>
            <pc:docMk/>
            <pc:sldMk cId="1959875306" sldId="267"/>
            <ac:spMk id="47" creationId="{9C3F8B0B-531E-4402-BC33-C4026F9732A5}"/>
          </ac:spMkLst>
        </pc:spChg>
        <pc:spChg chg="add mod">
          <ac:chgData name="" userId="d70b83f6f1e23693" providerId="LiveId" clId="{69643133-B62A-4E56-B5B0-B2DE61C671E2}" dt="2026-08-17T07:02:34.632" v="1915" actId="1076"/>
          <ac:spMkLst>
            <pc:docMk/>
            <pc:sldMk cId="1959875306" sldId="267"/>
            <ac:spMk id="48" creationId="{7D8A54D2-B15E-4733-BEC9-1F5D24C8D0EE}"/>
          </ac:spMkLst>
        </pc:spChg>
        <pc:spChg chg="add mod">
          <ac:chgData name="" userId="d70b83f6f1e23693" providerId="LiveId" clId="{69643133-B62A-4E56-B5B0-B2DE61C671E2}" dt="2026-08-17T07:02:45.620" v="1922" actId="6549"/>
          <ac:spMkLst>
            <pc:docMk/>
            <pc:sldMk cId="1959875306" sldId="267"/>
            <ac:spMk id="49" creationId="{64D4AD0F-1154-46D7-B868-9357C1F4D99E}"/>
          </ac:spMkLst>
        </pc:spChg>
        <pc:spChg chg="add mod">
          <ac:chgData name="" userId="d70b83f6f1e23693" providerId="LiveId" clId="{69643133-B62A-4E56-B5B0-B2DE61C671E2}" dt="2026-08-17T09:25:25.507" v="3423" actId="1076"/>
          <ac:spMkLst>
            <pc:docMk/>
            <pc:sldMk cId="1959875306" sldId="267"/>
            <ac:spMk id="50" creationId="{601A60EE-4716-4261-8BEE-30EB55457194}"/>
          </ac:spMkLst>
        </pc:spChg>
        <pc:spChg chg="add mod">
          <ac:chgData name="" userId="d70b83f6f1e23693" providerId="LiveId" clId="{69643133-B62A-4E56-B5B0-B2DE61C671E2}" dt="2026-08-17T09:26:22.999" v="3478" actId="20577"/>
          <ac:spMkLst>
            <pc:docMk/>
            <pc:sldMk cId="1959875306" sldId="267"/>
            <ac:spMk id="51" creationId="{993A3C30-BE3B-40A5-9430-1960CE53C5D1}"/>
          </ac:spMkLst>
        </pc:spChg>
        <pc:picChg chg="add mod">
          <ac:chgData name="" userId="d70b83f6f1e23693" providerId="LiveId" clId="{69643133-B62A-4E56-B5B0-B2DE61C671E2}" dt="2026-08-17T06:11:17.509" v="1304" actId="1076"/>
          <ac:picMkLst>
            <pc:docMk/>
            <pc:sldMk cId="1959875306" sldId="267"/>
            <ac:picMk id="13" creationId="{D3A59F92-5186-4AE3-AC90-46E982090B71}"/>
          </ac:picMkLst>
        </pc:picChg>
        <pc:picChg chg="add mod">
          <ac:chgData name="" userId="d70b83f6f1e23693" providerId="LiveId" clId="{69643133-B62A-4E56-B5B0-B2DE61C671E2}" dt="2026-08-17T06:47:05.497" v="1688" actId="1076"/>
          <ac:picMkLst>
            <pc:docMk/>
            <pc:sldMk cId="1959875306" sldId="267"/>
            <ac:picMk id="24" creationId="{733E90B6-F457-4B48-9E65-E2B8E6F382CA}"/>
          </ac:picMkLst>
        </pc:picChg>
        <pc:picChg chg="add mod">
          <ac:chgData name="" userId="d70b83f6f1e23693" providerId="LiveId" clId="{69643133-B62A-4E56-B5B0-B2DE61C671E2}" dt="2026-08-17T06:47:15.061" v="1690" actId="1076"/>
          <ac:picMkLst>
            <pc:docMk/>
            <pc:sldMk cId="1959875306" sldId="267"/>
            <ac:picMk id="26" creationId="{1AFB7C37-7B93-455A-9CAA-FE2C8461A428}"/>
          </ac:picMkLst>
        </pc:picChg>
        <pc:picChg chg="add mod">
          <ac:chgData name="" userId="d70b83f6f1e23693" providerId="LiveId" clId="{69643133-B62A-4E56-B5B0-B2DE61C671E2}" dt="2026-08-17T06:49:01.499" v="1695" actId="1076"/>
          <ac:picMkLst>
            <pc:docMk/>
            <pc:sldMk cId="1959875306" sldId="267"/>
            <ac:picMk id="28" creationId="{8CD1DBA3-A516-4A25-9D27-BF797D0E31F1}"/>
          </ac:picMkLst>
        </pc:picChg>
        <pc:cxnChg chg="add mod">
          <ac:chgData name="" userId="d70b83f6f1e23693" providerId="LiveId" clId="{69643133-B62A-4E56-B5B0-B2DE61C671E2}" dt="2026-08-17T06:50:48.714" v="1756" actId="693"/>
          <ac:cxnSpMkLst>
            <pc:docMk/>
            <pc:sldMk cId="1959875306" sldId="267"/>
            <ac:cxnSpMk id="31" creationId="{195BA1DB-5302-4BB9-9E38-8C582AC9E0ED}"/>
          </ac:cxnSpMkLst>
        </pc:cxnChg>
        <pc:cxnChg chg="add mod">
          <ac:chgData name="" userId="d70b83f6f1e23693" providerId="LiveId" clId="{69643133-B62A-4E56-B5B0-B2DE61C671E2}" dt="2026-08-17T06:50:59.406" v="1758" actId="14100"/>
          <ac:cxnSpMkLst>
            <pc:docMk/>
            <pc:sldMk cId="1959875306" sldId="267"/>
            <ac:cxnSpMk id="32" creationId="{C7B797EA-E41C-4CED-9A70-02A12BDDB84F}"/>
          </ac:cxnSpMkLst>
        </pc:cxnChg>
        <pc:cxnChg chg="add mod">
          <ac:chgData name="" userId="d70b83f6f1e23693" providerId="LiveId" clId="{69643133-B62A-4E56-B5B0-B2DE61C671E2}" dt="2026-08-17T06:51:09.488" v="1760" actId="14100"/>
          <ac:cxnSpMkLst>
            <pc:docMk/>
            <pc:sldMk cId="1959875306" sldId="267"/>
            <ac:cxnSpMk id="34" creationId="{E88F5F44-FBE1-487C-B4B9-DAD0F83C8458}"/>
          </ac:cxnSpMkLst>
        </pc:cxnChg>
        <pc:cxnChg chg="add mod">
          <ac:chgData name="" userId="d70b83f6f1e23693" providerId="LiveId" clId="{69643133-B62A-4E56-B5B0-B2DE61C671E2}" dt="2026-08-17T06:53:20.327" v="1802" actId="14100"/>
          <ac:cxnSpMkLst>
            <pc:docMk/>
            <pc:sldMk cId="1959875306" sldId="267"/>
            <ac:cxnSpMk id="37" creationId="{461ED7A3-61E4-486F-9B8F-AD0CD922D78F}"/>
          </ac:cxnSpMkLst>
        </pc:cxnChg>
        <pc:cxnChg chg="add mod">
          <ac:chgData name="" userId="d70b83f6f1e23693" providerId="LiveId" clId="{69643133-B62A-4E56-B5B0-B2DE61C671E2}" dt="2026-08-17T06:54:45.201" v="1850" actId="13822"/>
          <ac:cxnSpMkLst>
            <pc:docMk/>
            <pc:sldMk cId="1959875306" sldId="267"/>
            <ac:cxnSpMk id="41" creationId="{55198725-151C-4E94-88BE-F3907BCF7BFD}"/>
          </ac:cxnSpMkLst>
        </pc:cxnChg>
        <pc:cxnChg chg="add mod">
          <ac:chgData name="" userId="d70b83f6f1e23693" providerId="LiveId" clId="{69643133-B62A-4E56-B5B0-B2DE61C671E2}" dt="2026-08-17T09:26:33.233" v="3480" actId="14100"/>
          <ac:cxnSpMkLst>
            <pc:docMk/>
            <pc:sldMk cId="1959875306" sldId="267"/>
            <ac:cxnSpMk id="52" creationId="{C7F51DBA-940A-4B21-8D89-2E2B0C14567D}"/>
          </ac:cxnSpMkLst>
        </pc:cxnChg>
      </pc:sldChg>
      <pc:sldChg chg="addSp delSp modSp add">
        <pc:chgData name="" userId="d70b83f6f1e23693" providerId="LiveId" clId="{69643133-B62A-4E56-B5B0-B2DE61C671E2}" dt="2026-08-17T07:47:06.809" v="2745"/>
        <pc:sldMkLst>
          <pc:docMk/>
          <pc:sldMk cId="2922971849" sldId="268"/>
        </pc:sldMkLst>
        <pc:spChg chg="mod">
          <ac:chgData name="" userId="d70b83f6f1e23693" providerId="LiveId" clId="{69643133-B62A-4E56-B5B0-B2DE61C671E2}" dt="2026-08-17T07:36:20.262" v="2651" actId="20577"/>
          <ac:spMkLst>
            <pc:docMk/>
            <pc:sldMk cId="2922971849" sldId="268"/>
            <ac:spMk id="2" creationId="{60F89414-A9DC-48B9-B2AF-7AE649D04FE9}"/>
          </ac:spMkLst>
        </pc:spChg>
        <pc:spChg chg="del mod">
          <ac:chgData name="" userId="d70b83f6f1e23693" providerId="LiveId" clId="{69643133-B62A-4E56-B5B0-B2DE61C671E2}" dt="2026-08-17T07:35:39.752" v="2643" actId="478"/>
          <ac:spMkLst>
            <pc:docMk/>
            <pc:sldMk cId="2922971849" sldId="268"/>
            <ac:spMk id="3" creationId="{07898E3E-7A4F-4A07-B284-577DBFC684EC}"/>
          </ac:spMkLst>
        </pc:spChg>
        <pc:picChg chg="add mod">
          <ac:chgData name="" userId="d70b83f6f1e23693" providerId="LiveId" clId="{69643133-B62A-4E56-B5B0-B2DE61C671E2}" dt="2026-08-17T07:46:58.096" v="2744" actId="1076"/>
          <ac:picMkLst>
            <pc:docMk/>
            <pc:sldMk cId="2922971849" sldId="268"/>
            <ac:picMk id="4" creationId="{CD112F38-B536-4045-8B63-126EE01A64AB}"/>
          </ac:picMkLst>
        </pc:picChg>
        <pc:inkChg chg="add del">
          <ac:chgData name="" userId="d70b83f6f1e23693" providerId="LiveId" clId="{69643133-B62A-4E56-B5B0-B2DE61C671E2}" dt="2026-08-17T07:36:36.491" v="2653"/>
          <ac:inkMkLst>
            <pc:docMk/>
            <pc:sldMk cId="2922971849" sldId="268"/>
            <ac:inkMk id="5" creationId="{51AD8F15-AC73-44BD-B34F-3C6D46100DD4}"/>
          </ac:inkMkLst>
        </pc:inkChg>
        <pc:inkChg chg="add">
          <ac:chgData name="" userId="d70b83f6f1e23693" providerId="LiveId" clId="{69643133-B62A-4E56-B5B0-B2DE61C671E2}" dt="2026-08-17T07:36:40.394" v="2654"/>
          <ac:inkMkLst>
            <pc:docMk/>
            <pc:sldMk cId="2922971849" sldId="268"/>
            <ac:inkMk id="6" creationId="{FDAE9014-0277-44D2-9DF3-49D537E0B5F1}"/>
          </ac:inkMkLst>
        </pc:inkChg>
        <pc:inkChg chg="add">
          <ac:chgData name="" userId="d70b83f6f1e23693" providerId="LiveId" clId="{69643133-B62A-4E56-B5B0-B2DE61C671E2}" dt="2026-08-17T07:47:06.809" v="2745"/>
          <ac:inkMkLst>
            <pc:docMk/>
            <pc:sldMk cId="2922971849" sldId="268"/>
            <ac:inkMk id="7" creationId="{22C39A84-6CDC-4E2B-A327-868F3639C9BB}"/>
          </ac:inkMkLst>
        </pc:inkChg>
      </pc:sldChg>
      <pc:sldChg chg="addSp delSp modSp add">
        <pc:chgData name="" userId="d70b83f6f1e23693" providerId="LiveId" clId="{69643133-B62A-4E56-B5B0-B2DE61C671E2}" dt="2026-08-18T02:52:16.621" v="4563"/>
        <pc:sldMkLst>
          <pc:docMk/>
          <pc:sldMk cId="2795371150" sldId="269"/>
        </pc:sldMkLst>
        <pc:picChg chg="add mod">
          <ac:chgData name="" userId="d70b83f6f1e23693" providerId="LiveId" clId="{69643133-B62A-4E56-B5B0-B2DE61C671E2}" dt="2026-08-17T07:41:59.608" v="2693" actId="1076"/>
          <ac:picMkLst>
            <pc:docMk/>
            <pc:sldMk cId="2795371150" sldId="269"/>
            <ac:picMk id="3" creationId="{60AC7686-8989-4C95-9426-5F781648EC0F}"/>
          </ac:picMkLst>
        </pc:picChg>
        <pc:picChg chg="del">
          <ac:chgData name="" userId="d70b83f6f1e23693" providerId="LiveId" clId="{69643133-B62A-4E56-B5B0-B2DE61C671E2}" dt="2026-08-17T07:37:14.938" v="2656" actId="478"/>
          <ac:picMkLst>
            <pc:docMk/>
            <pc:sldMk cId="2795371150" sldId="269"/>
            <ac:picMk id="4" creationId="{CD112F38-B536-4045-8B63-126EE01A64AB}"/>
          </ac:picMkLst>
        </pc:picChg>
        <pc:picChg chg="add mod">
          <ac:chgData name="" userId="d70b83f6f1e23693" providerId="LiveId" clId="{69643133-B62A-4E56-B5B0-B2DE61C671E2}" dt="2026-08-17T07:42:01.473" v="2694" actId="1076"/>
          <ac:picMkLst>
            <pc:docMk/>
            <pc:sldMk cId="2795371150" sldId="269"/>
            <ac:picMk id="5" creationId="{7A7D9F4E-3468-4779-9779-D6CA3F01D5F6}"/>
          </ac:picMkLst>
        </pc:picChg>
        <pc:inkChg chg="add">
          <ac:chgData name="" userId="d70b83f6f1e23693" providerId="LiveId" clId="{69643133-B62A-4E56-B5B0-B2DE61C671E2}" dt="2026-08-18T01:16:01.921" v="4512"/>
          <ac:inkMkLst>
            <pc:docMk/>
            <pc:sldMk cId="2795371150" sldId="269"/>
            <ac:inkMk id="4" creationId="{12FDF8CC-6E5A-4580-9129-A6DEA5CD3AA0}"/>
          </ac:inkMkLst>
        </pc:inkChg>
        <pc:inkChg chg="add del">
          <ac:chgData name="" userId="d70b83f6f1e23693" providerId="LiveId" clId="{69643133-B62A-4E56-B5B0-B2DE61C671E2}" dt="2026-08-18T02:52:00.763" v="4560"/>
          <ac:inkMkLst>
            <pc:docMk/>
            <pc:sldMk cId="2795371150" sldId="269"/>
            <ac:inkMk id="6" creationId="{BEC8406B-A1AD-4F3E-BF7E-E31826C9D700}"/>
          </ac:inkMkLst>
        </pc:inkChg>
        <pc:inkChg chg="del">
          <ac:chgData name="" userId="d70b83f6f1e23693" providerId="LiveId" clId="{69643133-B62A-4E56-B5B0-B2DE61C671E2}" dt="2026-08-17T07:37:17.790" v="2657" actId="478"/>
          <ac:inkMkLst>
            <pc:docMk/>
            <pc:sldMk cId="2795371150" sldId="269"/>
            <ac:inkMk id="6" creationId="{FDAE9014-0277-44D2-9DF3-49D537E0B5F1}"/>
          </ac:inkMkLst>
        </pc:inkChg>
        <pc:inkChg chg="add del">
          <ac:chgData name="" userId="d70b83f6f1e23693" providerId="LiveId" clId="{69643133-B62A-4E56-B5B0-B2DE61C671E2}" dt="2026-08-18T02:51:29.701" v="4553"/>
          <ac:inkMkLst>
            <pc:docMk/>
            <pc:sldMk cId="2795371150" sldId="269"/>
            <ac:inkMk id="7" creationId="{425ADA35-B28D-408D-AC0C-CF6FF6F3916C}"/>
          </ac:inkMkLst>
        </pc:inkChg>
        <pc:inkChg chg="add del">
          <ac:chgData name="" userId="d70b83f6f1e23693" providerId="LiveId" clId="{69643133-B62A-4E56-B5B0-B2DE61C671E2}" dt="2026-08-17T07:42:23.542" v="2696"/>
          <ac:inkMkLst>
            <pc:docMk/>
            <pc:sldMk cId="2795371150" sldId="269"/>
            <ac:inkMk id="7" creationId="{5B21C26B-C5FF-4C29-996E-F06CAACBA954}"/>
          </ac:inkMkLst>
        </pc:inkChg>
        <pc:inkChg chg="add">
          <ac:chgData name="" userId="d70b83f6f1e23693" providerId="LiveId" clId="{69643133-B62A-4E56-B5B0-B2DE61C671E2}" dt="2026-08-17T07:42:26.690" v="2697"/>
          <ac:inkMkLst>
            <pc:docMk/>
            <pc:sldMk cId="2795371150" sldId="269"/>
            <ac:inkMk id="8" creationId="{811BE6D1-0E59-4C04-BE44-1B9EF31ED800}"/>
          </ac:inkMkLst>
        </pc:inkChg>
        <pc:inkChg chg="add">
          <ac:chgData name="" userId="d70b83f6f1e23693" providerId="LiveId" clId="{69643133-B62A-4E56-B5B0-B2DE61C671E2}" dt="2026-08-17T07:42:40.773" v="2698"/>
          <ac:inkMkLst>
            <pc:docMk/>
            <pc:sldMk cId="2795371150" sldId="269"/>
            <ac:inkMk id="9" creationId="{918D58F6-A751-43FC-AC7B-536241922F49}"/>
          </ac:inkMkLst>
        </pc:inkChg>
        <pc:inkChg chg="add">
          <ac:chgData name="" userId="d70b83f6f1e23693" providerId="LiveId" clId="{69643133-B62A-4E56-B5B0-B2DE61C671E2}" dt="2026-08-17T07:43:16.755" v="2699"/>
          <ac:inkMkLst>
            <pc:docMk/>
            <pc:sldMk cId="2795371150" sldId="269"/>
            <ac:inkMk id="10" creationId="{E05C56F9-FE95-49B2-9A0C-6884EB746E57}"/>
          </ac:inkMkLst>
        </pc:inkChg>
        <pc:inkChg chg="add">
          <ac:chgData name="" userId="d70b83f6f1e23693" providerId="LiveId" clId="{69643133-B62A-4E56-B5B0-B2DE61C671E2}" dt="2026-08-17T07:43:43.254" v="2700"/>
          <ac:inkMkLst>
            <pc:docMk/>
            <pc:sldMk cId="2795371150" sldId="269"/>
            <ac:inkMk id="11" creationId="{C53A2E92-6E2A-459B-96B9-BBAC04571821}"/>
          </ac:inkMkLst>
        </pc:inkChg>
        <pc:inkChg chg="add">
          <ac:chgData name="" userId="d70b83f6f1e23693" providerId="LiveId" clId="{69643133-B62A-4E56-B5B0-B2DE61C671E2}" dt="2026-08-17T07:43:53.920" v="2701"/>
          <ac:inkMkLst>
            <pc:docMk/>
            <pc:sldMk cId="2795371150" sldId="269"/>
            <ac:inkMk id="12" creationId="{5FDBFFDD-1E9D-4B77-8A40-4E20245EEE36}"/>
          </ac:inkMkLst>
        </pc:inkChg>
        <pc:inkChg chg="add">
          <ac:chgData name="" userId="d70b83f6f1e23693" providerId="LiveId" clId="{69643133-B62A-4E56-B5B0-B2DE61C671E2}" dt="2026-08-18T02:51:34.829" v="4554"/>
          <ac:inkMkLst>
            <pc:docMk/>
            <pc:sldMk cId="2795371150" sldId="269"/>
            <ac:inkMk id="13" creationId="{B6CBFC05-2191-4139-84EC-BF844C8C8BF7}"/>
          </ac:inkMkLst>
        </pc:inkChg>
        <pc:inkChg chg="add del">
          <ac:chgData name="" userId="d70b83f6f1e23693" providerId="LiveId" clId="{69643133-B62A-4E56-B5B0-B2DE61C671E2}" dt="2026-08-18T02:51:38.614" v="4556"/>
          <ac:inkMkLst>
            <pc:docMk/>
            <pc:sldMk cId="2795371150" sldId="269"/>
            <ac:inkMk id="14" creationId="{6567FFFC-FC02-49D8-886F-C94832F9E8BA}"/>
          </ac:inkMkLst>
        </pc:inkChg>
        <pc:inkChg chg="add">
          <ac:chgData name="" userId="d70b83f6f1e23693" providerId="LiveId" clId="{69643133-B62A-4E56-B5B0-B2DE61C671E2}" dt="2026-08-18T02:51:43.125" v="4557"/>
          <ac:inkMkLst>
            <pc:docMk/>
            <pc:sldMk cId="2795371150" sldId="269"/>
            <ac:inkMk id="15" creationId="{CBE81D33-E083-4934-8CED-CEA4602E52A9}"/>
          </ac:inkMkLst>
        </pc:inkChg>
        <pc:inkChg chg="add del">
          <ac:chgData name="" userId="d70b83f6f1e23693" providerId="LiveId" clId="{69643133-B62A-4E56-B5B0-B2DE61C671E2}" dt="2026-08-18T02:51:54.263" v="4559"/>
          <ac:inkMkLst>
            <pc:docMk/>
            <pc:sldMk cId="2795371150" sldId="269"/>
            <ac:inkMk id="16" creationId="{0CF1C2C2-B0B8-4DC3-A35A-D01E8E26E97E}"/>
          </ac:inkMkLst>
        </pc:inkChg>
        <pc:inkChg chg="add del">
          <ac:chgData name="" userId="d70b83f6f1e23693" providerId="LiveId" clId="{69643133-B62A-4E56-B5B0-B2DE61C671E2}" dt="2026-08-18T02:52:07.277" v="4562"/>
          <ac:inkMkLst>
            <pc:docMk/>
            <pc:sldMk cId="2795371150" sldId="269"/>
            <ac:inkMk id="17" creationId="{E11ADB75-D1A7-4814-952F-C18AA01A996C}"/>
          </ac:inkMkLst>
        </pc:inkChg>
        <pc:inkChg chg="add">
          <ac:chgData name="" userId="d70b83f6f1e23693" providerId="LiveId" clId="{69643133-B62A-4E56-B5B0-B2DE61C671E2}" dt="2026-08-18T02:52:16.621" v="4563"/>
          <ac:inkMkLst>
            <pc:docMk/>
            <pc:sldMk cId="2795371150" sldId="269"/>
            <ac:inkMk id="18" creationId="{C83CA498-F33F-46CE-BE0B-EEC5BC869307}"/>
          </ac:inkMkLst>
        </pc:inkChg>
      </pc:sldChg>
      <pc:sldChg chg="addSp modSp add ord">
        <pc:chgData name="" userId="d70b83f6f1e23693" providerId="LiveId" clId="{69643133-B62A-4E56-B5B0-B2DE61C671E2}" dt="2026-08-17T07:39:52.838" v="2681" actId="208"/>
        <pc:sldMkLst>
          <pc:docMk/>
          <pc:sldMk cId="2589664733" sldId="270"/>
        </pc:sldMkLst>
        <pc:picChg chg="add mod modCrop">
          <ac:chgData name="" userId="d70b83f6f1e23693" providerId="LiveId" clId="{69643133-B62A-4E56-B5B0-B2DE61C671E2}" dt="2026-08-17T07:39:52.838" v="2681" actId="208"/>
          <ac:picMkLst>
            <pc:docMk/>
            <pc:sldMk cId="2589664733" sldId="270"/>
            <ac:picMk id="3" creationId="{4FD506E2-E9F7-46AB-9827-E571D535D1FE}"/>
          </ac:picMkLst>
        </pc:picChg>
        <pc:picChg chg="add mod modCrop">
          <ac:chgData name="" userId="d70b83f6f1e23693" providerId="LiveId" clId="{69643133-B62A-4E56-B5B0-B2DE61C671E2}" dt="2026-08-17T07:39:04.402" v="2677" actId="1076"/>
          <ac:picMkLst>
            <pc:docMk/>
            <pc:sldMk cId="2589664733" sldId="270"/>
            <ac:picMk id="4" creationId="{38CD724C-2B26-4F64-9434-8B1A9050E40C}"/>
          </ac:picMkLst>
        </pc:picChg>
        <pc:inkChg chg="add">
          <ac:chgData name="" userId="d70b83f6f1e23693" providerId="LiveId" clId="{69643133-B62A-4E56-B5B0-B2DE61C671E2}" dt="2026-08-17T07:39:35.022" v="2678"/>
          <ac:inkMkLst>
            <pc:docMk/>
            <pc:sldMk cId="2589664733" sldId="270"/>
            <ac:inkMk id="5" creationId="{5598626A-EE44-4D69-8C63-D4C422943EB3}"/>
          </ac:inkMkLst>
        </pc:inkChg>
      </pc:sldChg>
      <pc:sldChg chg="addSp modSp add">
        <pc:chgData name="" userId="d70b83f6f1e23693" providerId="LiveId" clId="{69643133-B62A-4E56-B5B0-B2DE61C671E2}" dt="2026-08-18T00:52:25.229" v="3744" actId="1076"/>
        <pc:sldMkLst>
          <pc:docMk/>
          <pc:sldMk cId="2665632362" sldId="271"/>
        </pc:sldMkLst>
        <pc:spChg chg="mod">
          <ac:chgData name="" userId="d70b83f6f1e23693" providerId="LiveId" clId="{69643133-B62A-4E56-B5B0-B2DE61C671E2}" dt="2026-08-17T08:22:48.330" v="3057" actId="27636"/>
          <ac:spMkLst>
            <pc:docMk/>
            <pc:sldMk cId="2665632362" sldId="271"/>
            <ac:spMk id="2" creationId="{60F89414-A9DC-48B9-B2AF-7AE649D04FE9}"/>
          </ac:spMkLst>
        </pc:spChg>
        <pc:spChg chg="add mod">
          <ac:chgData name="" userId="d70b83f6f1e23693" providerId="LiveId" clId="{69643133-B62A-4E56-B5B0-B2DE61C671E2}" dt="2026-08-18T00:52:25.229" v="3744" actId="1076"/>
          <ac:spMkLst>
            <pc:docMk/>
            <pc:sldMk cId="2665632362" sldId="271"/>
            <ac:spMk id="4" creationId="{063B1773-A6A1-4AD0-980E-C29DF56A4A3E}"/>
          </ac:spMkLst>
        </pc:spChg>
        <pc:picChg chg="add mod">
          <ac:chgData name="" userId="d70b83f6f1e23693" providerId="LiveId" clId="{69643133-B62A-4E56-B5B0-B2DE61C671E2}" dt="2026-08-17T08:25:37.008" v="3059" actId="1076"/>
          <ac:picMkLst>
            <pc:docMk/>
            <pc:sldMk cId="2665632362" sldId="271"/>
            <ac:picMk id="3" creationId="{8425B60A-9A20-4983-B7EF-468A61D7CB25}"/>
          </ac:picMkLst>
        </pc:picChg>
      </pc:sldChg>
      <pc:sldChg chg="addSp delSp modSp add">
        <pc:chgData name="" userId="d70b83f6f1e23693" providerId="LiveId" clId="{69643133-B62A-4E56-B5B0-B2DE61C671E2}" dt="2026-08-17T08:02:38.073" v="2872"/>
        <pc:sldMkLst>
          <pc:docMk/>
          <pc:sldMk cId="3936349984" sldId="272"/>
        </pc:sldMkLst>
        <pc:picChg chg="add mod">
          <ac:chgData name="" userId="d70b83f6f1e23693" providerId="LiveId" clId="{69643133-B62A-4E56-B5B0-B2DE61C671E2}" dt="2026-08-17T07:47:51.603" v="2748" actId="14100"/>
          <ac:picMkLst>
            <pc:docMk/>
            <pc:sldMk cId="3936349984" sldId="272"/>
            <ac:picMk id="3" creationId="{BDF0ADF9-102D-4B1D-B4B0-AD0A6974684C}"/>
          </ac:picMkLst>
        </pc:picChg>
        <pc:inkChg chg="add">
          <ac:chgData name="" userId="d70b83f6f1e23693" providerId="LiveId" clId="{69643133-B62A-4E56-B5B0-B2DE61C671E2}" dt="2026-08-17T07:48:12.609" v="2749"/>
          <ac:inkMkLst>
            <pc:docMk/>
            <pc:sldMk cId="3936349984" sldId="272"/>
            <ac:inkMk id="4" creationId="{52EEA235-2B46-4D0F-8DDD-9FAEC09B0D43}"/>
          </ac:inkMkLst>
        </pc:inkChg>
        <pc:inkChg chg="add del">
          <ac:chgData name="" userId="d70b83f6f1e23693" providerId="LiveId" clId="{69643133-B62A-4E56-B5B0-B2DE61C671E2}" dt="2026-08-17T07:48:16.827" v="2751"/>
          <ac:inkMkLst>
            <pc:docMk/>
            <pc:sldMk cId="3936349984" sldId="272"/>
            <ac:inkMk id="5" creationId="{C961905C-2780-4FCB-BD35-0F9CB726F889}"/>
          </ac:inkMkLst>
        </pc:inkChg>
        <pc:inkChg chg="add">
          <ac:chgData name="" userId="d70b83f6f1e23693" providerId="LiveId" clId="{69643133-B62A-4E56-B5B0-B2DE61C671E2}" dt="2026-08-17T07:48:20.394" v="2752"/>
          <ac:inkMkLst>
            <pc:docMk/>
            <pc:sldMk cId="3936349984" sldId="272"/>
            <ac:inkMk id="6" creationId="{54AF4A76-BA70-476D-ABB0-EB4058A2D631}"/>
          </ac:inkMkLst>
        </pc:inkChg>
        <pc:inkChg chg="add">
          <ac:chgData name="" userId="d70b83f6f1e23693" providerId="LiveId" clId="{69643133-B62A-4E56-B5B0-B2DE61C671E2}" dt="2026-08-17T08:02:38.073" v="2872"/>
          <ac:inkMkLst>
            <pc:docMk/>
            <pc:sldMk cId="3936349984" sldId="272"/>
            <ac:inkMk id="7" creationId="{7E5FB44C-E74B-40F9-9590-3EA3199BA162}"/>
          </ac:inkMkLst>
        </pc:inkChg>
      </pc:sldChg>
      <pc:sldChg chg="addSp delSp modSp add">
        <pc:chgData name="" userId="d70b83f6f1e23693" providerId="LiveId" clId="{69643133-B62A-4E56-B5B0-B2DE61C671E2}" dt="2026-08-17T07:51:05.171" v="2778"/>
        <pc:sldMkLst>
          <pc:docMk/>
          <pc:sldMk cId="1921104469" sldId="273"/>
        </pc:sldMkLst>
        <pc:picChg chg="add mod modCrop">
          <ac:chgData name="" userId="d70b83f6f1e23693" providerId="LiveId" clId="{69643133-B62A-4E56-B5B0-B2DE61C671E2}" dt="2026-08-17T07:49:18.857" v="2759" actId="1076"/>
          <ac:picMkLst>
            <pc:docMk/>
            <pc:sldMk cId="1921104469" sldId="273"/>
            <ac:picMk id="3" creationId="{16F3EAA3-F653-4295-A774-D9280054F12E}"/>
          </ac:picMkLst>
        </pc:picChg>
        <pc:inkChg chg="add">
          <ac:chgData name="" userId="d70b83f6f1e23693" providerId="LiveId" clId="{69643133-B62A-4E56-B5B0-B2DE61C671E2}" dt="2026-08-17T07:49:26.206" v="2760"/>
          <ac:inkMkLst>
            <pc:docMk/>
            <pc:sldMk cId="1921104469" sldId="273"/>
            <ac:inkMk id="4" creationId="{67BF8D08-0053-4BEF-8328-B918E69A7E10}"/>
          </ac:inkMkLst>
        </pc:inkChg>
        <pc:inkChg chg="add">
          <ac:chgData name="" userId="d70b83f6f1e23693" providerId="LiveId" clId="{69643133-B62A-4E56-B5B0-B2DE61C671E2}" dt="2026-08-17T07:49:35.191" v="2761"/>
          <ac:inkMkLst>
            <pc:docMk/>
            <pc:sldMk cId="1921104469" sldId="273"/>
            <ac:inkMk id="5" creationId="{ACB9C50B-5A16-41D8-A420-EEF732C91E4C}"/>
          </ac:inkMkLst>
        </pc:inkChg>
        <pc:inkChg chg="add del">
          <ac:chgData name="" userId="d70b83f6f1e23693" providerId="LiveId" clId="{69643133-B62A-4E56-B5B0-B2DE61C671E2}" dt="2026-08-17T07:49:41.504" v="2763"/>
          <ac:inkMkLst>
            <pc:docMk/>
            <pc:sldMk cId="1921104469" sldId="273"/>
            <ac:inkMk id="6" creationId="{52DE2979-7024-4BE8-9162-E99B01ABA3D9}"/>
          </ac:inkMkLst>
        </pc:inkChg>
        <pc:inkChg chg="add del">
          <ac:chgData name="" userId="d70b83f6f1e23693" providerId="LiveId" clId="{69643133-B62A-4E56-B5B0-B2DE61C671E2}" dt="2026-08-17T07:49:50.425" v="2765"/>
          <ac:inkMkLst>
            <pc:docMk/>
            <pc:sldMk cId="1921104469" sldId="273"/>
            <ac:inkMk id="7" creationId="{F17F0335-B49D-442D-9CA1-E7B3C49C7121}"/>
          </ac:inkMkLst>
        </pc:inkChg>
        <pc:inkChg chg="add del">
          <ac:chgData name="" userId="d70b83f6f1e23693" providerId="LiveId" clId="{69643133-B62A-4E56-B5B0-B2DE61C671E2}" dt="2026-08-17T07:50:03.553" v="2768"/>
          <ac:inkMkLst>
            <pc:docMk/>
            <pc:sldMk cId="1921104469" sldId="273"/>
            <ac:inkMk id="8" creationId="{3B076098-8B7B-4F07-98BB-7F5AB85B3C16}"/>
          </ac:inkMkLst>
        </pc:inkChg>
        <pc:inkChg chg="add del">
          <ac:chgData name="" userId="d70b83f6f1e23693" providerId="LiveId" clId="{69643133-B62A-4E56-B5B0-B2DE61C671E2}" dt="2026-08-17T07:50:03.553" v="2768"/>
          <ac:inkMkLst>
            <pc:docMk/>
            <pc:sldMk cId="1921104469" sldId="273"/>
            <ac:inkMk id="9" creationId="{7B840CF2-6289-491D-96AB-BB3808809C7C}"/>
          </ac:inkMkLst>
        </pc:inkChg>
        <pc:inkChg chg="add">
          <ac:chgData name="" userId="d70b83f6f1e23693" providerId="LiveId" clId="{69643133-B62A-4E56-B5B0-B2DE61C671E2}" dt="2026-08-17T07:50:03.553" v="2768"/>
          <ac:inkMkLst>
            <pc:docMk/>
            <pc:sldMk cId="1921104469" sldId="273"/>
            <ac:inkMk id="10" creationId="{E3F78D13-38EC-459C-8366-47C9B8F5E695}"/>
          </ac:inkMkLst>
        </pc:inkChg>
        <pc:inkChg chg="add">
          <ac:chgData name="" userId="d70b83f6f1e23693" providerId="LiveId" clId="{69643133-B62A-4E56-B5B0-B2DE61C671E2}" dt="2026-08-17T07:50:06.185" v="2769"/>
          <ac:inkMkLst>
            <pc:docMk/>
            <pc:sldMk cId="1921104469" sldId="273"/>
            <ac:inkMk id="11" creationId="{15D70919-04A9-40B8-9560-484128301897}"/>
          </ac:inkMkLst>
        </pc:inkChg>
        <pc:inkChg chg="add">
          <ac:chgData name="" userId="d70b83f6f1e23693" providerId="LiveId" clId="{69643133-B62A-4E56-B5B0-B2DE61C671E2}" dt="2026-08-17T07:50:25.867" v="2770"/>
          <ac:inkMkLst>
            <pc:docMk/>
            <pc:sldMk cId="1921104469" sldId="273"/>
            <ac:inkMk id="12" creationId="{67AD7704-3752-4A8F-8965-805544539DD7}"/>
          </ac:inkMkLst>
        </pc:inkChg>
        <pc:inkChg chg="add">
          <ac:chgData name="" userId="d70b83f6f1e23693" providerId="LiveId" clId="{69643133-B62A-4E56-B5B0-B2DE61C671E2}" dt="2026-08-17T07:50:28.186" v="2771"/>
          <ac:inkMkLst>
            <pc:docMk/>
            <pc:sldMk cId="1921104469" sldId="273"/>
            <ac:inkMk id="13" creationId="{09948B6A-A122-4B92-86E5-E7EBF6D69350}"/>
          </ac:inkMkLst>
        </pc:inkChg>
        <pc:inkChg chg="add">
          <ac:chgData name="" userId="d70b83f6f1e23693" providerId="LiveId" clId="{69643133-B62A-4E56-B5B0-B2DE61C671E2}" dt="2026-08-17T07:50:30.822" v="2772"/>
          <ac:inkMkLst>
            <pc:docMk/>
            <pc:sldMk cId="1921104469" sldId="273"/>
            <ac:inkMk id="14" creationId="{FCCEAAE7-B28E-45CB-AF1A-732973D14C54}"/>
          </ac:inkMkLst>
        </pc:inkChg>
        <pc:inkChg chg="add">
          <ac:chgData name="" userId="d70b83f6f1e23693" providerId="LiveId" clId="{69643133-B62A-4E56-B5B0-B2DE61C671E2}" dt="2026-08-17T07:50:47.885" v="2773"/>
          <ac:inkMkLst>
            <pc:docMk/>
            <pc:sldMk cId="1921104469" sldId="273"/>
            <ac:inkMk id="15" creationId="{969A42E2-7F2C-4D29-A3FD-775DCB784C32}"/>
          </ac:inkMkLst>
        </pc:inkChg>
        <pc:inkChg chg="add">
          <ac:chgData name="" userId="d70b83f6f1e23693" providerId="LiveId" clId="{69643133-B62A-4E56-B5B0-B2DE61C671E2}" dt="2026-08-17T07:50:50.952" v="2774"/>
          <ac:inkMkLst>
            <pc:docMk/>
            <pc:sldMk cId="1921104469" sldId="273"/>
            <ac:inkMk id="16" creationId="{D62D026E-BE45-4F5E-9D45-D39C0836654E}"/>
          </ac:inkMkLst>
        </pc:inkChg>
        <pc:inkChg chg="add">
          <ac:chgData name="" userId="d70b83f6f1e23693" providerId="LiveId" clId="{69643133-B62A-4E56-B5B0-B2DE61C671E2}" dt="2026-08-17T07:50:52.769" v="2775"/>
          <ac:inkMkLst>
            <pc:docMk/>
            <pc:sldMk cId="1921104469" sldId="273"/>
            <ac:inkMk id="17" creationId="{806B9448-869C-4201-B340-98A9B83997DC}"/>
          </ac:inkMkLst>
        </pc:inkChg>
        <pc:inkChg chg="add">
          <ac:chgData name="" userId="d70b83f6f1e23693" providerId="LiveId" clId="{69643133-B62A-4E56-B5B0-B2DE61C671E2}" dt="2026-08-17T07:50:56.869" v="2776"/>
          <ac:inkMkLst>
            <pc:docMk/>
            <pc:sldMk cId="1921104469" sldId="273"/>
            <ac:inkMk id="18" creationId="{A51C9A54-B130-4531-B176-1D90BF2C6BFF}"/>
          </ac:inkMkLst>
        </pc:inkChg>
        <pc:inkChg chg="add">
          <ac:chgData name="" userId="d70b83f6f1e23693" providerId="LiveId" clId="{69643133-B62A-4E56-B5B0-B2DE61C671E2}" dt="2026-08-17T07:50:59.821" v="2777"/>
          <ac:inkMkLst>
            <pc:docMk/>
            <pc:sldMk cId="1921104469" sldId="273"/>
            <ac:inkMk id="19" creationId="{A0087C1C-5BF7-4F82-AF4B-7646C276223C}"/>
          </ac:inkMkLst>
        </pc:inkChg>
        <pc:inkChg chg="add">
          <ac:chgData name="" userId="d70b83f6f1e23693" providerId="LiveId" clId="{69643133-B62A-4E56-B5B0-B2DE61C671E2}" dt="2026-08-17T07:51:05.171" v="2778"/>
          <ac:inkMkLst>
            <pc:docMk/>
            <pc:sldMk cId="1921104469" sldId="273"/>
            <ac:inkMk id="20" creationId="{BF1C87B8-5540-4BE0-90F8-2112A82D2DB2}"/>
          </ac:inkMkLst>
        </pc:inkChg>
      </pc:sldChg>
      <pc:sldChg chg="addSp delSp modSp add">
        <pc:chgData name="" userId="d70b83f6f1e23693" providerId="LiveId" clId="{69643133-B62A-4E56-B5B0-B2DE61C671E2}" dt="2026-08-17T07:55:43.726" v="2822"/>
        <pc:sldMkLst>
          <pc:docMk/>
          <pc:sldMk cId="1791908423" sldId="274"/>
        </pc:sldMkLst>
        <pc:picChg chg="add mod modCrop">
          <ac:chgData name="" userId="d70b83f6f1e23693" providerId="LiveId" clId="{69643133-B62A-4E56-B5B0-B2DE61C671E2}" dt="2026-08-17T07:52:40.816" v="2793" actId="208"/>
          <ac:picMkLst>
            <pc:docMk/>
            <pc:sldMk cId="1791908423" sldId="274"/>
            <ac:picMk id="3" creationId="{6E05D3C8-77D9-484F-B2FC-8FFAE3DB4169}"/>
          </ac:picMkLst>
        </pc:picChg>
        <pc:picChg chg="add mod">
          <ac:chgData name="" userId="d70b83f6f1e23693" providerId="LiveId" clId="{69643133-B62A-4E56-B5B0-B2DE61C671E2}" dt="2026-08-17T07:52:50.246" v="2795" actId="1076"/>
          <ac:picMkLst>
            <pc:docMk/>
            <pc:sldMk cId="1791908423" sldId="274"/>
            <ac:picMk id="4" creationId="{16C6E022-0BD6-446A-BDBF-755F1845E5FC}"/>
          </ac:picMkLst>
        </pc:picChg>
        <pc:picChg chg="add mod">
          <ac:chgData name="" userId="d70b83f6f1e23693" providerId="LiveId" clId="{69643133-B62A-4E56-B5B0-B2DE61C671E2}" dt="2026-08-17T07:54:29.630" v="2812" actId="1076"/>
          <ac:picMkLst>
            <pc:docMk/>
            <pc:sldMk cId="1791908423" sldId="274"/>
            <ac:picMk id="18" creationId="{D56511E5-351F-40A3-BE9F-5B251519E642}"/>
          </ac:picMkLst>
        </pc:picChg>
        <pc:inkChg chg="add del">
          <ac:chgData name="" userId="d70b83f6f1e23693" providerId="LiveId" clId="{69643133-B62A-4E56-B5B0-B2DE61C671E2}" dt="2026-08-17T07:53:54.011" v="2805"/>
          <ac:inkMkLst>
            <pc:docMk/>
            <pc:sldMk cId="1791908423" sldId="274"/>
            <ac:inkMk id="5" creationId="{921AC836-C05B-480A-9BB8-00C899BEE03E}"/>
          </ac:inkMkLst>
        </pc:inkChg>
        <pc:inkChg chg="add del">
          <ac:chgData name="" userId="d70b83f6f1e23693" providerId="LiveId" clId="{69643133-B62A-4E56-B5B0-B2DE61C671E2}" dt="2026-08-17T07:53:54.011" v="2805"/>
          <ac:inkMkLst>
            <pc:docMk/>
            <pc:sldMk cId="1791908423" sldId="274"/>
            <ac:inkMk id="6" creationId="{D3CFCCE0-5255-4D32-B5EC-60041D27B85A}"/>
          </ac:inkMkLst>
        </pc:inkChg>
        <pc:inkChg chg="add del">
          <ac:chgData name="" userId="d70b83f6f1e23693" providerId="LiveId" clId="{69643133-B62A-4E56-B5B0-B2DE61C671E2}" dt="2026-08-17T07:53:31.148" v="2800"/>
          <ac:inkMkLst>
            <pc:docMk/>
            <pc:sldMk cId="1791908423" sldId="274"/>
            <ac:inkMk id="7" creationId="{D34C5216-3A1E-4278-87D1-488DBB714FB3}"/>
          </ac:inkMkLst>
        </pc:inkChg>
        <pc:inkChg chg="add del">
          <ac:chgData name="" userId="d70b83f6f1e23693" providerId="LiveId" clId="{69643133-B62A-4E56-B5B0-B2DE61C671E2}" dt="2026-08-17T07:53:31.148" v="2800"/>
          <ac:inkMkLst>
            <pc:docMk/>
            <pc:sldMk cId="1791908423" sldId="274"/>
            <ac:inkMk id="8" creationId="{4125C70B-14BD-4D71-A949-C3A615589C05}"/>
          </ac:inkMkLst>
        </pc:inkChg>
        <pc:inkChg chg="add del">
          <ac:chgData name="" userId="d70b83f6f1e23693" providerId="LiveId" clId="{69643133-B62A-4E56-B5B0-B2DE61C671E2}" dt="2026-08-17T07:53:38.194" v="2803"/>
          <ac:inkMkLst>
            <pc:docMk/>
            <pc:sldMk cId="1791908423" sldId="274"/>
            <ac:inkMk id="9" creationId="{F0CC2931-4A12-43FF-9E23-A6B8CB3A451E}"/>
          </ac:inkMkLst>
        </pc:inkChg>
        <pc:inkChg chg="add del">
          <ac:chgData name="" userId="d70b83f6f1e23693" providerId="LiveId" clId="{69643133-B62A-4E56-B5B0-B2DE61C671E2}" dt="2026-08-17T07:53:38.194" v="2803"/>
          <ac:inkMkLst>
            <pc:docMk/>
            <pc:sldMk cId="1791908423" sldId="274"/>
            <ac:inkMk id="10" creationId="{F013B790-C9C2-4F1F-BD02-7D7DFF7980DD}"/>
          </ac:inkMkLst>
        </pc:inkChg>
        <pc:inkChg chg="add del">
          <ac:chgData name="" userId="d70b83f6f1e23693" providerId="LiveId" clId="{69643133-B62A-4E56-B5B0-B2DE61C671E2}" dt="2026-08-17T07:53:38.194" v="2803"/>
          <ac:inkMkLst>
            <pc:docMk/>
            <pc:sldMk cId="1791908423" sldId="274"/>
            <ac:inkMk id="11" creationId="{6B3833A4-806A-49C0-B994-05A2A370D39C}"/>
          </ac:inkMkLst>
        </pc:inkChg>
        <pc:inkChg chg="add">
          <ac:chgData name="" userId="d70b83f6f1e23693" providerId="LiveId" clId="{69643133-B62A-4E56-B5B0-B2DE61C671E2}" dt="2026-08-17T07:53:38.194" v="2803"/>
          <ac:inkMkLst>
            <pc:docMk/>
            <pc:sldMk cId="1791908423" sldId="274"/>
            <ac:inkMk id="12" creationId="{867FE044-E0E8-4C62-AAEA-E1696578B65E}"/>
          </ac:inkMkLst>
        </pc:inkChg>
        <pc:inkChg chg="add del">
          <ac:chgData name="" userId="d70b83f6f1e23693" providerId="LiveId" clId="{69643133-B62A-4E56-B5B0-B2DE61C671E2}" dt="2026-08-17T07:53:54.011" v="2805"/>
          <ac:inkMkLst>
            <pc:docMk/>
            <pc:sldMk cId="1791908423" sldId="274"/>
            <ac:inkMk id="13" creationId="{EFD0AE14-2FF8-49A5-9B3F-C57F27734431}"/>
          </ac:inkMkLst>
        </pc:inkChg>
        <pc:inkChg chg="add">
          <ac:chgData name="" userId="d70b83f6f1e23693" providerId="LiveId" clId="{69643133-B62A-4E56-B5B0-B2DE61C671E2}" dt="2026-08-17T07:53:54.011" v="2805"/>
          <ac:inkMkLst>
            <pc:docMk/>
            <pc:sldMk cId="1791908423" sldId="274"/>
            <ac:inkMk id="14" creationId="{6E88E91C-EF2E-4057-99CE-2188D2A174D6}"/>
          </ac:inkMkLst>
        </pc:inkChg>
        <pc:inkChg chg="add del">
          <ac:chgData name="" userId="d70b83f6f1e23693" providerId="LiveId" clId="{69643133-B62A-4E56-B5B0-B2DE61C671E2}" dt="2026-08-17T07:54:07.145" v="2808"/>
          <ac:inkMkLst>
            <pc:docMk/>
            <pc:sldMk cId="1791908423" sldId="274"/>
            <ac:inkMk id="15" creationId="{5599F946-16D4-49FD-8B78-D05DDD8CD0AD}"/>
          </ac:inkMkLst>
        </pc:inkChg>
        <pc:inkChg chg="add del">
          <ac:chgData name="" userId="d70b83f6f1e23693" providerId="LiveId" clId="{69643133-B62A-4E56-B5B0-B2DE61C671E2}" dt="2026-08-17T07:54:07.145" v="2808"/>
          <ac:inkMkLst>
            <pc:docMk/>
            <pc:sldMk cId="1791908423" sldId="274"/>
            <ac:inkMk id="16" creationId="{FD2BB1AB-4FF3-4809-BEC0-059024F0A790}"/>
          </ac:inkMkLst>
        </pc:inkChg>
        <pc:inkChg chg="add mod">
          <ac:chgData name="" userId="d70b83f6f1e23693" providerId="LiveId" clId="{69643133-B62A-4E56-B5B0-B2DE61C671E2}" dt="2026-08-17T07:54:45.160" v="2813" actId="208"/>
          <ac:inkMkLst>
            <pc:docMk/>
            <pc:sldMk cId="1791908423" sldId="274"/>
            <ac:inkMk id="17" creationId="{E76EB0D0-2FE2-482F-82E8-F1AB6F322A91}"/>
          </ac:inkMkLst>
        </pc:inkChg>
        <pc:inkChg chg="add">
          <ac:chgData name="" userId="d70b83f6f1e23693" providerId="LiveId" clId="{69643133-B62A-4E56-B5B0-B2DE61C671E2}" dt="2026-08-17T07:54:47.109" v="2814"/>
          <ac:inkMkLst>
            <pc:docMk/>
            <pc:sldMk cId="1791908423" sldId="274"/>
            <ac:inkMk id="19" creationId="{0D00F971-2C16-46DA-96F4-0709AB0F1C08}"/>
          </ac:inkMkLst>
        </pc:inkChg>
        <pc:inkChg chg="add">
          <ac:chgData name="" userId="d70b83f6f1e23693" providerId="LiveId" clId="{69643133-B62A-4E56-B5B0-B2DE61C671E2}" dt="2026-08-17T07:54:51.910" v="2815"/>
          <ac:inkMkLst>
            <pc:docMk/>
            <pc:sldMk cId="1791908423" sldId="274"/>
            <ac:inkMk id="20" creationId="{7C182BFE-0C9D-4844-B92C-F3A300B0CB4C}"/>
          </ac:inkMkLst>
        </pc:inkChg>
        <pc:inkChg chg="add del">
          <ac:chgData name="" userId="d70b83f6f1e23693" providerId="LiveId" clId="{69643133-B62A-4E56-B5B0-B2DE61C671E2}" dt="2026-08-17T07:55:12.457" v="2818"/>
          <ac:inkMkLst>
            <pc:docMk/>
            <pc:sldMk cId="1791908423" sldId="274"/>
            <ac:inkMk id="21" creationId="{9D38F69D-05BA-4544-B56A-2D59D875C088}"/>
          </ac:inkMkLst>
        </pc:inkChg>
        <pc:inkChg chg="add del">
          <ac:chgData name="" userId="d70b83f6f1e23693" providerId="LiveId" clId="{69643133-B62A-4E56-B5B0-B2DE61C671E2}" dt="2026-08-17T07:55:12.457" v="2818"/>
          <ac:inkMkLst>
            <pc:docMk/>
            <pc:sldMk cId="1791908423" sldId="274"/>
            <ac:inkMk id="22" creationId="{4342BD8C-85DC-4121-81F4-77BE714574FA}"/>
          </ac:inkMkLst>
        </pc:inkChg>
        <pc:inkChg chg="add del">
          <ac:chgData name="" userId="d70b83f6f1e23693" providerId="LiveId" clId="{69643133-B62A-4E56-B5B0-B2DE61C671E2}" dt="2026-08-17T07:55:15.665" v="2819"/>
          <ac:inkMkLst>
            <pc:docMk/>
            <pc:sldMk cId="1791908423" sldId="274"/>
            <ac:inkMk id="23" creationId="{0ABE9D67-6FD5-4052-A704-504A02A33E50}"/>
          </ac:inkMkLst>
        </pc:inkChg>
        <pc:inkChg chg="add">
          <ac:chgData name="" userId="d70b83f6f1e23693" providerId="LiveId" clId="{69643133-B62A-4E56-B5B0-B2DE61C671E2}" dt="2026-08-17T07:55:29.758" v="2820"/>
          <ac:inkMkLst>
            <pc:docMk/>
            <pc:sldMk cId="1791908423" sldId="274"/>
            <ac:inkMk id="24" creationId="{75D25B11-E3EC-4FE5-9B72-68194E72C64C}"/>
          </ac:inkMkLst>
        </pc:inkChg>
        <pc:inkChg chg="add">
          <ac:chgData name="" userId="d70b83f6f1e23693" providerId="LiveId" clId="{69643133-B62A-4E56-B5B0-B2DE61C671E2}" dt="2026-08-17T07:55:36.806" v="2821"/>
          <ac:inkMkLst>
            <pc:docMk/>
            <pc:sldMk cId="1791908423" sldId="274"/>
            <ac:inkMk id="25" creationId="{43C199CC-053E-4632-AC36-D508D0364361}"/>
          </ac:inkMkLst>
        </pc:inkChg>
        <pc:inkChg chg="add">
          <ac:chgData name="" userId="d70b83f6f1e23693" providerId="LiveId" clId="{69643133-B62A-4E56-B5B0-B2DE61C671E2}" dt="2026-08-17T07:55:43.726" v="2822"/>
          <ac:inkMkLst>
            <pc:docMk/>
            <pc:sldMk cId="1791908423" sldId="274"/>
            <ac:inkMk id="26" creationId="{B11C55FB-09D9-4C73-A3D5-05FAC14B7AB7}"/>
          </ac:inkMkLst>
        </pc:inkChg>
      </pc:sldChg>
      <pc:sldChg chg="addSp delSp modSp add">
        <pc:chgData name="" userId="d70b83f6f1e23693" providerId="LiveId" clId="{69643133-B62A-4E56-B5B0-B2DE61C671E2}" dt="2026-08-18T01:19:53.479" v="4551" actId="20577"/>
        <pc:sldMkLst>
          <pc:docMk/>
          <pc:sldMk cId="3265019377" sldId="276"/>
        </pc:sldMkLst>
        <pc:spChg chg="mod">
          <ac:chgData name="" userId="d70b83f6f1e23693" providerId="LiveId" clId="{69643133-B62A-4E56-B5B0-B2DE61C671E2}" dt="2026-08-17T07:46:06.181" v="2742" actId="255"/>
          <ac:spMkLst>
            <pc:docMk/>
            <pc:sldMk cId="3265019377" sldId="276"/>
            <ac:spMk id="2" creationId="{E75B3F95-0247-4193-B4D5-B1A16D86B603}"/>
          </ac:spMkLst>
        </pc:spChg>
        <pc:spChg chg="add mod">
          <ac:chgData name="" userId="d70b83f6f1e23693" providerId="LiveId" clId="{69643133-B62A-4E56-B5B0-B2DE61C671E2}" dt="2026-08-18T01:19:53.479" v="4551" actId="20577"/>
          <ac:spMkLst>
            <pc:docMk/>
            <pc:sldMk cId="3265019377" sldId="276"/>
            <ac:spMk id="3" creationId="{2ACDCDC9-3A7C-4CFF-A345-44C5E694BBFB}"/>
          </ac:spMkLst>
        </pc:spChg>
        <pc:spChg chg="del">
          <ac:chgData name="" userId="d70b83f6f1e23693" providerId="LiveId" clId="{69643133-B62A-4E56-B5B0-B2DE61C671E2}" dt="2026-08-17T07:45:04.891" v="2703" actId="478"/>
          <ac:spMkLst>
            <pc:docMk/>
            <pc:sldMk cId="3265019377" sldId="276"/>
            <ac:spMk id="3" creationId="{7E98304A-7CFD-465F-9469-C19AFC5138A2}"/>
          </ac:spMkLst>
        </pc:spChg>
        <pc:picChg chg="add mod">
          <ac:chgData name="" userId="d70b83f6f1e23693" providerId="LiveId" clId="{69643133-B62A-4E56-B5B0-B2DE61C671E2}" dt="2026-08-17T07:45:18.473" v="2708" actId="1076"/>
          <ac:picMkLst>
            <pc:docMk/>
            <pc:sldMk cId="3265019377" sldId="276"/>
            <ac:picMk id="4" creationId="{EC3373B5-6F69-4F01-BDF2-EDB8FCF9CFC4}"/>
          </ac:picMkLst>
        </pc:picChg>
      </pc:sldChg>
      <pc:sldChg chg="addSp delSp modSp">
        <pc:chgData name="" userId="d70b83f6f1e23693" providerId="LiveId" clId="{69643133-B62A-4E56-B5B0-B2DE61C671E2}" dt="2026-08-17T08:02:11.091" v="2871"/>
        <pc:sldMkLst>
          <pc:docMk/>
          <pc:sldMk cId="1883354946" sldId="277"/>
        </pc:sldMkLst>
        <pc:picChg chg="del">
          <ac:chgData name="" userId="d70b83f6f1e23693" providerId="LiveId" clId="{69643133-B62A-4E56-B5B0-B2DE61C671E2}" dt="2026-08-17T07:56:11.864" v="2823" actId="478"/>
          <ac:picMkLst>
            <pc:docMk/>
            <pc:sldMk cId="1883354946" sldId="277"/>
            <ac:picMk id="4" creationId="{16C6E022-0BD6-446A-BDBF-755F1845E5FC}"/>
          </ac:picMkLst>
        </pc:picChg>
        <pc:picChg chg="add mod">
          <ac:chgData name="" userId="d70b83f6f1e23693" providerId="LiveId" clId="{69643133-B62A-4E56-B5B0-B2DE61C671E2}" dt="2026-08-17T07:56:56.503" v="2829" actId="1076"/>
          <ac:picMkLst>
            <pc:docMk/>
            <pc:sldMk cId="1883354946" sldId="277"/>
            <ac:picMk id="5" creationId="{586D1407-A668-4AF9-BE0B-6099392D971E}"/>
          </ac:picMkLst>
        </pc:picChg>
        <pc:picChg chg="add mod">
          <ac:chgData name="" userId="d70b83f6f1e23693" providerId="LiveId" clId="{69643133-B62A-4E56-B5B0-B2DE61C671E2}" dt="2026-08-17T07:57:28.539" v="2833" actId="1076"/>
          <ac:picMkLst>
            <pc:docMk/>
            <pc:sldMk cId="1883354946" sldId="277"/>
            <ac:picMk id="6" creationId="{41E44274-5D33-4837-B363-E5BEADBB01BD}"/>
          </ac:picMkLst>
        </pc:picChg>
        <pc:picChg chg="del">
          <ac:chgData name="" userId="d70b83f6f1e23693" providerId="LiveId" clId="{69643133-B62A-4E56-B5B0-B2DE61C671E2}" dt="2026-08-17T07:56:11.864" v="2823" actId="478"/>
          <ac:picMkLst>
            <pc:docMk/>
            <pc:sldMk cId="1883354946" sldId="277"/>
            <ac:picMk id="18" creationId="{D56511E5-351F-40A3-BE9F-5B251519E642}"/>
          </ac:picMkLst>
        </pc:picChg>
        <pc:inkChg chg="add del">
          <ac:chgData name="" userId="d70b83f6f1e23693" providerId="LiveId" clId="{69643133-B62A-4E56-B5B0-B2DE61C671E2}" dt="2026-08-17T08:00:29.196" v="2845"/>
          <ac:inkMkLst>
            <pc:docMk/>
            <pc:sldMk cId="1883354946" sldId="277"/>
            <ac:inkMk id="7" creationId="{A238D9BA-0197-494D-8BB2-67A38F86E695}"/>
          </ac:inkMkLst>
        </pc:inkChg>
        <pc:inkChg chg="add del">
          <ac:chgData name="" userId="d70b83f6f1e23693" providerId="LiveId" clId="{69643133-B62A-4E56-B5B0-B2DE61C671E2}" dt="2026-08-17T07:57:58.267" v="2836"/>
          <ac:inkMkLst>
            <pc:docMk/>
            <pc:sldMk cId="1883354946" sldId="277"/>
            <ac:inkMk id="8" creationId="{4E8F1DBC-117C-4FD7-88A0-1E7174CD75A7}"/>
          </ac:inkMkLst>
        </pc:inkChg>
        <pc:inkChg chg="add del">
          <ac:chgData name="" userId="d70b83f6f1e23693" providerId="LiveId" clId="{69643133-B62A-4E56-B5B0-B2DE61C671E2}" dt="2026-08-17T08:00:25.081" v="2844"/>
          <ac:inkMkLst>
            <pc:docMk/>
            <pc:sldMk cId="1883354946" sldId="277"/>
            <ac:inkMk id="9" creationId="{CBD1444D-D16F-4FFD-9279-177B49AF03B1}"/>
          </ac:inkMkLst>
        </pc:inkChg>
        <pc:inkChg chg="add del">
          <ac:chgData name="" userId="d70b83f6f1e23693" providerId="LiveId" clId="{69643133-B62A-4E56-B5B0-B2DE61C671E2}" dt="2026-08-17T08:00:24.615" v="2843"/>
          <ac:inkMkLst>
            <pc:docMk/>
            <pc:sldMk cId="1883354946" sldId="277"/>
            <ac:inkMk id="10" creationId="{F4D36D15-9631-4EB7-A6F5-F8EFD9E34791}"/>
          </ac:inkMkLst>
        </pc:inkChg>
        <pc:inkChg chg="add del">
          <ac:chgData name="" userId="d70b83f6f1e23693" providerId="LiveId" clId="{69643133-B62A-4E56-B5B0-B2DE61C671E2}" dt="2026-08-17T08:00:24.080" v="2842"/>
          <ac:inkMkLst>
            <pc:docMk/>
            <pc:sldMk cId="1883354946" sldId="277"/>
            <ac:inkMk id="11" creationId="{10726F8B-61AA-47FD-BE75-220C03D07C2B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12" creationId="{867FE044-E0E8-4C62-AAEA-E1696578B65E}"/>
          </ac:inkMkLst>
        </pc:inkChg>
        <pc:inkChg chg="add del">
          <ac:chgData name="" userId="d70b83f6f1e23693" providerId="LiveId" clId="{69643133-B62A-4E56-B5B0-B2DE61C671E2}" dt="2026-08-17T08:00:19.122" v="2841"/>
          <ac:inkMkLst>
            <pc:docMk/>
            <pc:sldMk cId="1883354946" sldId="277"/>
            <ac:inkMk id="13" creationId="{3853714F-F019-45CF-8A97-CC29A50DF696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14" creationId="{6E88E91C-EF2E-4057-99CE-2188D2A174D6}"/>
          </ac:inkMkLst>
        </pc:inkChg>
        <pc:inkChg chg="add">
          <ac:chgData name="" userId="d70b83f6f1e23693" providerId="LiveId" clId="{69643133-B62A-4E56-B5B0-B2DE61C671E2}" dt="2026-08-17T08:00:35.811" v="2846"/>
          <ac:inkMkLst>
            <pc:docMk/>
            <pc:sldMk cId="1883354946" sldId="277"/>
            <ac:inkMk id="15" creationId="{A58345AB-C71B-462D-A06E-C45409976149}"/>
          </ac:inkMkLst>
        </pc:inkChg>
        <pc:inkChg chg="add">
          <ac:chgData name="" userId="d70b83f6f1e23693" providerId="LiveId" clId="{69643133-B62A-4E56-B5B0-B2DE61C671E2}" dt="2026-08-17T08:00:38.561" v="2847"/>
          <ac:inkMkLst>
            <pc:docMk/>
            <pc:sldMk cId="1883354946" sldId="277"/>
            <ac:inkMk id="16" creationId="{D7CA2699-01A3-4323-B551-2910D74C719D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17" creationId="{E76EB0D0-2FE2-482F-82E8-F1AB6F322A91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19" creationId="{0D00F971-2C16-46DA-96F4-0709AB0F1C08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20" creationId="{7C182BFE-0C9D-4844-B92C-F3A300B0CB4C}"/>
          </ac:inkMkLst>
        </pc:inkChg>
        <pc:inkChg chg="add del">
          <ac:chgData name="" userId="d70b83f6f1e23693" providerId="LiveId" clId="{69643133-B62A-4E56-B5B0-B2DE61C671E2}" dt="2026-08-17T08:00:44.128" v="2849"/>
          <ac:inkMkLst>
            <pc:docMk/>
            <pc:sldMk cId="1883354946" sldId="277"/>
            <ac:inkMk id="21" creationId="{E5B5F521-34EE-4EC1-A3D6-0A5AFDD6B5E7}"/>
          </ac:inkMkLst>
        </pc:inkChg>
        <pc:inkChg chg="add">
          <ac:chgData name="" userId="d70b83f6f1e23693" providerId="LiveId" clId="{69643133-B62A-4E56-B5B0-B2DE61C671E2}" dt="2026-08-17T08:00:52.813" v="2850"/>
          <ac:inkMkLst>
            <pc:docMk/>
            <pc:sldMk cId="1883354946" sldId="277"/>
            <ac:inkMk id="22" creationId="{2224ABD4-FA9A-4B20-A8A2-8AC6E5420E80}"/>
          </ac:inkMkLst>
        </pc:inkChg>
        <pc:inkChg chg="add">
          <ac:chgData name="" userId="d70b83f6f1e23693" providerId="LiveId" clId="{69643133-B62A-4E56-B5B0-B2DE61C671E2}" dt="2026-08-17T08:00:57.410" v="2851"/>
          <ac:inkMkLst>
            <pc:docMk/>
            <pc:sldMk cId="1883354946" sldId="277"/>
            <ac:inkMk id="23" creationId="{4C6052A1-12C4-490B-85CA-71383DD6A8C3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24" creationId="{75D25B11-E3EC-4FE5-9B72-68194E72C64C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25" creationId="{43C199CC-053E-4632-AC36-D508D0364361}"/>
          </ac:inkMkLst>
        </pc:inkChg>
        <pc:inkChg chg="del">
          <ac:chgData name="" userId="d70b83f6f1e23693" providerId="LiveId" clId="{69643133-B62A-4E56-B5B0-B2DE61C671E2}" dt="2026-08-17T07:56:11.864" v="2823" actId="478"/>
          <ac:inkMkLst>
            <pc:docMk/>
            <pc:sldMk cId="1883354946" sldId="277"/>
            <ac:inkMk id="26" creationId="{B11C55FB-09D9-4C73-A3D5-05FAC14B7AB7}"/>
          </ac:inkMkLst>
        </pc:inkChg>
        <pc:inkChg chg="add del">
          <ac:chgData name="" userId="d70b83f6f1e23693" providerId="LiveId" clId="{69643133-B62A-4E56-B5B0-B2DE61C671E2}" dt="2026-08-17T08:01:04.513" v="2855"/>
          <ac:inkMkLst>
            <pc:docMk/>
            <pc:sldMk cId="1883354946" sldId="277"/>
            <ac:inkMk id="27" creationId="{164E68EC-EB2B-4750-8270-32BC580E61C6}"/>
          </ac:inkMkLst>
        </pc:inkChg>
        <pc:inkChg chg="add del">
          <ac:chgData name="" userId="d70b83f6f1e23693" providerId="LiveId" clId="{69643133-B62A-4E56-B5B0-B2DE61C671E2}" dt="2026-08-17T08:01:04.513" v="2855"/>
          <ac:inkMkLst>
            <pc:docMk/>
            <pc:sldMk cId="1883354946" sldId="277"/>
            <ac:inkMk id="28" creationId="{F042BD5A-683A-4873-8677-28521E20174B}"/>
          </ac:inkMkLst>
        </pc:inkChg>
        <pc:inkChg chg="add del">
          <ac:chgData name="" userId="d70b83f6f1e23693" providerId="LiveId" clId="{69643133-B62A-4E56-B5B0-B2DE61C671E2}" dt="2026-08-17T08:01:05.476" v="2857"/>
          <ac:inkMkLst>
            <pc:docMk/>
            <pc:sldMk cId="1883354946" sldId="277"/>
            <ac:inkMk id="29" creationId="{3ECD7375-CC6A-44A6-937A-CA1F3A8DAED6}"/>
          </ac:inkMkLst>
        </pc:inkChg>
        <pc:inkChg chg="add">
          <ac:chgData name="" userId="d70b83f6f1e23693" providerId="LiveId" clId="{69643133-B62A-4E56-B5B0-B2DE61C671E2}" dt="2026-08-17T08:01:04.513" v="2855"/>
          <ac:inkMkLst>
            <pc:docMk/>
            <pc:sldMk cId="1883354946" sldId="277"/>
            <ac:inkMk id="30" creationId="{D794FEA5-F91C-4C6E-B79E-7C2B788EB830}"/>
          </ac:inkMkLst>
        </pc:inkChg>
        <pc:inkChg chg="add del">
          <ac:chgData name="" userId="d70b83f6f1e23693" providerId="LiveId" clId="{69643133-B62A-4E56-B5B0-B2DE61C671E2}" dt="2026-08-17T08:01:05.476" v="2857"/>
          <ac:inkMkLst>
            <pc:docMk/>
            <pc:sldMk cId="1883354946" sldId="277"/>
            <ac:inkMk id="31" creationId="{8ECD64D1-118E-4439-9D6E-189B8BD75754}"/>
          </ac:inkMkLst>
        </pc:inkChg>
        <pc:inkChg chg="add">
          <ac:chgData name="" userId="d70b83f6f1e23693" providerId="LiveId" clId="{69643133-B62A-4E56-B5B0-B2DE61C671E2}" dt="2026-08-17T08:01:05.476" v="2857"/>
          <ac:inkMkLst>
            <pc:docMk/>
            <pc:sldMk cId="1883354946" sldId="277"/>
            <ac:inkMk id="32" creationId="{39B33BF2-3364-44A0-B340-0C7E62CD685E}"/>
          </ac:inkMkLst>
        </pc:inkChg>
        <pc:inkChg chg="add del">
          <ac:chgData name="" userId="d70b83f6f1e23693" providerId="LiveId" clId="{69643133-B62A-4E56-B5B0-B2DE61C671E2}" dt="2026-08-17T08:01:18.078" v="2862"/>
          <ac:inkMkLst>
            <pc:docMk/>
            <pc:sldMk cId="1883354946" sldId="277"/>
            <ac:inkMk id="33" creationId="{C4971209-C1EC-45E7-BF5C-C5253853374F}"/>
          </ac:inkMkLst>
        </pc:inkChg>
        <pc:inkChg chg="add del">
          <ac:chgData name="" userId="d70b83f6f1e23693" providerId="LiveId" clId="{69643133-B62A-4E56-B5B0-B2DE61C671E2}" dt="2026-08-17T08:01:17.179" v="2861"/>
          <ac:inkMkLst>
            <pc:docMk/>
            <pc:sldMk cId="1883354946" sldId="277"/>
            <ac:inkMk id="34" creationId="{9808A29A-A0DB-48F3-8FF0-C138C0B2E1C2}"/>
          </ac:inkMkLst>
        </pc:inkChg>
        <pc:inkChg chg="add">
          <ac:chgData name="" userId="d70b83f6f1e23693" providerId="LiveId" clId="{69643133-B62A-4E56-B5B0-B2DE61C671E2}" dt="2026-08-17T08:01:17.161" v="2860"/>
          <ac:inkMkLst>
            <pc:docMk/>
            <pc:sldMk cId="1883354946" sldId="277"/>
            <ac:inkMk id="35" creationId="{E4525E3D-B89B-4A89-A3EC-CEBC4163AED6}"/>
          </ac:inkMkLst>
        </pc:inkChg>
        <pc:inkChg chg="add del">
          <ac:chgData name="" userId="d70b83f6f1e23693" providerId="LiveId" clId="{69643133-B62A-4E56-B5B0-B2DE61C671E2}" dt="2026-08-17T08:01:26.909" v="2865"/>
          <ac:inkMkLst>
            <pc:docMk/>
            <pc:sldMk cId="1883354946" sldId="277"/>
            <ac:inkMk id="36" creationId="{303A216B-CA3E-4455-9F6A-9A7F5F8915B1}"/>
          </ac:inkMkLst>
        </pc:inkChg>
        <pc:inkChg chg="add del">
          <ac:chgData name="" userId="d70b83f6f1e23693" providerId="LiveId" clId="{69643133-B62A-4E56-B5B0-B2DE61C671E2}" dt="2026-08-17T08:01:26.909" v="2865"/>
          <ac:inkMkLst>
            <pc:docMk/>
            <pc:sldMk cId="1883354946" sldId="277"/>
            <ac:inkMk id="37" creationId="{D1CD84EF-A0F1-4148-AF20-E79F9C5A0267}"/>
          </ac:inkMkLst>
        </pc:inkChg>
        <pc:inkChg chg="add">
          <ac:chgData name="" userId="d70b83f6f1e23693" providerId="LiveId" clId="{69643133-B62A-4E56-B5B0-B2DE61C671E2}" dt="2026-08-17T08:01:26.909" v="2865"/>
          <ac:inkMkLst>
            <pc:docMk/>
            <pc:sldMk cId="1883354946" sldId="277"/>
            <ac:inkMk id="38" creationId="{A3E410CC-45E8-44A8-A229-0C0A07AC66EE}"/>
          </ac:inkMkLst>
        </pc:inkChg>
        <pc:inkChg chg="add del">
          <ac:chgData name="" userId="d70b83f6f1e23693" providerId="LiveId" clId="{69643133-B62A-4E56-B5B0-B2DE61C671E2}" dt="2026-08-17T08:01:35.676" v="2868"/>
          <ac:inkMkLst>
            <pc:docMk/>
            <pc:sldMk cId="1883354946" sldId="277"/>
            <ac:inkMk id="39" creationId="{0DA72323-C366-411F-9C55-3C7E35F90249}"/>
          </ac:inkMkLst>
        </pc:inkChg>
        <pc:inkChg chg="add del">
          <ac:chgData name="" userId="d70b83f6f1e23693" providerId="LiveId" clId="{69643133-B62A-4E56-B5B0-B2DE61C671E2}" dt="2026-08-17T08:01:35.676" v="2868"/>
          <ac:inkMkLst>
            <pc:docMk/>
            <pc:sldMk cId="1883354946" sldId="277"/>
            <ac:inkMk id="40" creationId="{8E4B338F-DBB1-42D1-A074-BBD00035F7FE}"/>
          </ac:inkMkLst>
        </pc:inkChg>
        <pc:inkChg chg="add">
          <ac:chgData name="" userId="d70b83f6f1e23693" providerId="LiveId" clId="{69643133-B62A-4E56-B5B0-B2DE61C671E2}" dt="2026-08-17T08:01:35.676" v="2868"/>
          <ac:inkMkLst>
            <pc:docMk/>
            <pc:sldMk cId="1883354946" sldId="277"/>
            <ac:inkMk id="41" creationId="{C92905DB-41A0-4EFB-A132-153C0FF7D2CC}"/>
          </ac:inkMkLst>
        </pc:inkChg>
        <pc:inkChg chg="add">
          <ac:chgData name="" userId="d70b83f6f1e23693" providerId="LiveId" clId="{69643133-B62A-4E56-B5B0-B2DE61C671E2}" dt="2026-08-17T08:01:47.641" v="2869"/>
          <ac:inkMkLst>
            <pc:docMk/>
            <pc:sldMk cId="1883354946" sldId="277"/>
            <ac:inkMk id="42" creationId="{2B61F9B4-C67F-4352-8A2A-060A57A74EB7}"/>
          </ac:inkMkLst>
        </pc:inkChg>
        <pc:inkChg chg="add">
          <ac:chgData name="" userId="d70b83f6f1e23693" providerId="LiveId" clId="{69643133-B62A-4E56-B5B0-B2DE61C671E2}" dt="2026-08-17T08:01:53.624" v="2870"/>
          <ac:inkMkLst>
            <pc:docMk/>
            <pc:sldMk cId="1883354946" sldId="277"/>
            <ac:inkMk id="43" creationId="{DCDAD249-6FCE-432F-B2EB-ED8E0084411B}"/>
          </ac:inkMkLst>
        </pc:inkChg>
        <pc:inkChg chg="add">
          <ac:chgData name="" userId="d70b83f6f1e23693" providerId="LiveId" clId="{69643133-B62A-4E56-B5B0-B2DE61C671E2}" dt="2026-08-17T08:02:11.091" v="2871"/>
          <ac:inkMkLst>
            <pc:docMk/>
            <pc:sldMk cId="1883354946" sldId="277"/>
            <ac:inkMk id="44" creationId="{117F681D-EE8F-47C1-ADE1-EE4A46FFE8E6}"/>
          </ac:inkMkLst>
        </pc:inkChg>
      </pc:sldChg>
      <pc:sldChg chg="addSp delSp modSp add">
        <pc:chgData name="" userId="d70b83f6f1e23693" providerId="LiveId" clId="{69643133-B62A-4E56-B5B0-B2DE61C671E2}" dt="2026-08-18T00:50:01.896" v="3649"/>
        <pc:sldMkLst>
          <pc:docMk/>
          <pc:sldMk cId="2817426789" sldId="278"/>
        </pc:sldMkLst>
        <pc:spChg chg="add mod">
          <ac:chgData name="" userId="d70b83f6f1e23693" providerId="LiveId" clId="{69643133-B62A-4E56-B5B0-B2DE61C671E2}" dt="2026-08-18T00:45:42.925" v="3575" actId="113"/>
          <ac:spMkLst>
            <pc:docMk/>
            <pc:sldMk cId="2817426789" sldId="278"/>
            <ac:spMk id="5" creationId="{5AD2A62E-99F1-4CE3-BBFB-E30268ECE659}"/>
          </ac:spMkLst>
        </pc:spChg>
        <pc:spChg chg="add mod">
          <ac:chgData name="" userId="d70b83f6f1e23693" providerId="LiveId" clId="{69643133-B62A-4E56-B5B0-B2DE61C671E2}" dt="2026-08-18T00:46:23.224" v="3612" actId="1076"/>
          <ac:spMkLst>
            <pc:docMk/>
            <pc:sldMk cId="2817426789" sldId="278"/>
            <ac:spMk id="18" creationId="{A84F7C12-00D3-4403-AD8C-E81F4055336A}"/>
          </ac:spMkLst>
        </pc:spChg>
        <pc:spChg chg="add mod">
          <ac:chgData name="" userId="d70b83f6f1e23693" providerId="LiveId" clId="{69643133-B62A-4E56-B5B0-B2DE61C671E2}" dt="2026-08-18T00:48:14.600" v="3624" actId="20577"/>
          <ac:spMkLst>
            <pc:docMk/>
            <pc:sldMk cId="2817426789" sldId="278"/>
            <ac:spMk id="23" creationId="{D3E06A50-C881-407F-8DBE-898E135987F9}"/>
          </ac:spMkLst>
        </pc:spChg>
        <pc:spChg chg="add mod">
          <ac:chgData name="" userId="d70b83f6f1e23693" providerId="LiveId" clId="{69643133-B62A-4E56-B5B0-B2DE61C671E2}" dt="2026-08-18T00:49:10.996" v="3646" actId="20577"/>
          <ac:spMkLst>
            <pc:docMk/>
            <pc:sldMk cId="2817426789" sldId="278"/>
            <ac:spMk id="38" creationId="{AAF9ABEC-CDAF-42EB-914B-0B6396B06DD4}"/>
          </ac:spMkLst>
        </pc:spChg>
        <pc:picChg chg="mod">
          <ac:chgData name="" userId="d70b83f6f1e23693" providerId="LiveId" clId="{69643133-B62A-4E56-B5B0-B2DE61C671E2}" dt="2026-08-18T00:44:26.775" v="3553" actId="1076"/>
          <ac:picMkLst>
            <pc:docMk/>
            <pc:sldMk cId="2817426789" sldId="278"/>
            <ac:picMk id="3" creationId="{864D07C3-19C3-4550-8C1A-CD513B55BA7A}"/>
          </ac:picMkLst>
        </pc:picChg>
        <pc:picChg chg="del">
          <ac:chgData name="" userId="d70b83f6f1e23693" providerId="LiveId" clId="{69643133-B62A-4E56-B5B0-B2DE61C671E2}" dt="2026-08-17T08:11:58.445" v="3021" actId="478"/>
          <ac:picMkLst>
            <pc:docMk/>
            <pc:sldMk cId="2817426789" sldId="278"/>
            <ac:picMk id="4" creationId="{C362B761-FF88-492A-BDA2-19E00D80C94B}"/>
          </ac:picMkLst>
        </pc:picChg>
        <pc:picChg chg="add del mod">
          <ac:chgData name="" userId="d70b83f6f1e23693" providerId="LiveId" clId="{69643133-B62A-4E56-B5B0-B2DE61C671E2}" dt="2026-08-17T08:11:33.401" v="3017" actId="478"/>
          <ac:picMkLst>
            <pc:docMk/>
            <pc:sldMk cId="2817426789" sldId="278"/>
            <ac:picMk id="5" creationId="{699EC0FE-0FDD-4E91-8FC7-9B1CC18506C8}"/>
          </ac:picMkLst>
        </pc:picChg>
        <pc:picChg chg="add mod">
          <ac:chgData name="" userId="d70b83f6f1e23693" providerId="LiveId" clId="{69643133-B62A-4E56-B5B0-B2DE61C671E2}" dt="2026-08-17T08:12:02.487" v="3022" actId="1076"/>
          <ac:picMkLst>
            <pc:docMk/>
            <pc:sldMk cId="2817426789" sldId="278"/>
            <ac:picMk id="6" creationId="{58C235CC-468E-4ED9-B711-3772F0056056}"/>
          </ac:picMkLst>
        </pc:picChg>
        <pc:picChg chg="add mod">
          <ac:chgData name="" userId="d70b83f6f1e23693" providerId="LiveId" clId="{69643133-B62A-4E56-B5B0-B2DE61C671E2}" dt="2026-08-17T08:21:44.942" v="3049" actId="1076"/>
          <ac:picMkLst>
            <pc:docMk/>
            <pc:sldMk cId="2817426789" sldId="278"/>
            <ac:picMk id="29" creationId="{5103B3E3-DD61-42C7-8993-D9EF63A0601E}"/>
          </ac:picMkLst>
        </pc:picChg>
        <pc:inkChg chg="add">
          <ac:chgData name="" userId="d70b83f6f1e23693" providerId="LiveId" clId="{69643133-B62A-4E56-B5B0-B2DE61C671E2}" dt="2026-08-18T00:44:52.168" v="3556"/>
          <ac:inkMkLst>
            <pc:docMk/>
            <pc:sldMk cId="2817426789" sldId="278"/>
            <ac:inkMk id="4" creationId="{029F8BB9-FAD6-44CB-9F1C-8F719475C669}"/>
          </ac:inkMkLst>
        </pc:inkChg>
        <pc:inkChg chg="add del">
          <ac:chgData name="" userId="d70b83f6f1e23693" providerId="LiveId" clId="{69643133-B62A-4E56-B5B0-B2DE61C671E2}" dt="2026-08-17T08:12:43.030" v="3026"/>
          <ac:inkMkLst>
            <pc:docMk/>
            <pc:sldMk cId="2817426789" sldId="278"/>
            <ac:inkMk id="7" creationId="{B097009F-1F4E-4887-B6E0-3AD3156FA6F1}"/>
          </ac:inkMkLst>
        </pc:inkChg>
        <pc:inkChg chg="add">
          <ac:chgData name="" userId="d70b83f6f1e23693" providerId="LiveId" clId="{69643133-B62A-4E56-B5B0-B2DE61C671E2}" dt="2026-08-18T00:47:56.335" v="3615"/>
          <ac:inkMkLst>
            <pc:docMk/>
            <pc:sldMk cId="2817426789" sldId="278"/>
            <ac:inkMk id="7" creationId="{D5D48F3A-BAE0-4EC7-944B-437D4677EC00}"/>
          </ac:inkMkLst>
        </pc:inkChg>
        <pc:inkChg chg="del">
          <ac:chgData name="" userId="d70b83f6f1e23693" providerId="LiveId" clId="{69643133-B62A-4E56-B5B0-B2DE61C671E2}" dt="2026-08-17T08:11:56.334" v="3020" actId="478"/>
          <ac:inkMkLst>
            <pc:docMk/>
            <pc:sldMk cId="2817426789" sldId="278"/>
            <ac:inkMk id="8" creationId="{0C8A5C5C-BD3D-4F8A-BEF3-757F3A0C65A0}"/>
          </ac:inkMkLst>
        </pc:inkChg>
        <pc:inkChg chg="add del">
          <ac:chgData name="" userId="d70b83f6f1e23693" providerId="LiveId" clId="{69643133-B62A-4E56-B5B0-B2DE61C671E2}" dt="2026-08-18T00:48:04.495" v="3618"/>
          <ac:inkMkLst>
            <pc:docMk/>
            <pc:sldMk cId="2817426789" sldId="278"/>
            <ac:inkMk id="8" creationId="{89D7D74C-B46A-44CC-9DDB-7FE0E2F16DC3}"/>
          </ac:inkMkLst>
        </pc:inkChg>
        <pc:inkChg chg="add del">
          <ac:chgData name="" userId="d70b83f6f1e23693" providerId="LiveId" clId="{69643133-B62A-4E56-B5B0-B2DE61C671E2}" dt="2026-08-18T00:48:04.495" v="3618"/>
          <ac:inkMkLst>
            <pc:docMk/>
            <pc:sldMk cId="2817426789" sldId="278"/>
            <ac:inkMk id="9" creationId="{41AC11FF-D5C3-4AB9-B968-18A8DCE66736}"/>
          </ac:inkMkLst>
        </pc:inkChg>
        <pc:inkChg chg="add del">
          <ac:chgData name="" userId="d70b83f6f1e23693" providerId="LiveId" clId="{69643133-B62A-4E56-B5B0-B2DE61C671E2}" dt="2026-08-17T08:12:43.030" v="3026"/>
          <ac:inkMkLst>
            <pc:docMk/>
            <pc:sldMk cId="2817426789" sldId="278"/>
            <ac:inkMk id="9" creationId="{D8DEEBD4-D6DD-47D2-A886-FF65117654AC}"/>
          </ac:inkMkLst>
        </pc:inkChg>
        <pc:inkChg chg="add">
          <ac:chgData name="" userId="d70b83f6f1e23693" providerId="LiveId" clId="{69643133-B62A-4E56-B5B0-B2DE61C671E2}" dt="2026-08-17T08:12:43.030" v="3026"/>
          <ac:inkMkLst>
            <pc:docMk/>
            <pc:sldMk cId="2817426789" sldId="278"/>
            <ac:inkMk id="10" creationId="{9ACF6D88-F29B-4AE6-8DED-CC87B85D2ED4}"/>
          </ac:inkMkLst>
        </pc:inkChg>
        <pc:inkChg chg="add del">
          <ac:chgData name="" userId="d70b83f6f1e23693" providerId="LiveId" clId="{69643133-B62A-4E56-B5B0-B2DE61C671E2}" dt="2026-08-17T08:16:47.727" v="3033"/>
          <ac:inkMkLst>
            <pc:docMk/>
            <pc:sldMk cId="2817426789" sldId="278"/>
            <ac:inkMk id="11" creationId="{0D313139-D784-404B-9AA5-5C265C1855BA}"/>
          </ac:inkMkLst>
        </pc:inkChg>
        <pc:inkChg chg="add">
          <ac:chgData name="" userId="d70b83f6f1e23693" providerId="LiveId" clId="{69643133-B62A-4E56-B5B0-B2DE61C671E2}" dt="2026-08-18T00:48:04.495" v="3618"/>
          <ac:inkMkLst>
            <pc:docMk/>
            <pc:sldMk cId="2817426789" sldId="278"/>
            <ac:inkMk id="11" creationId="{9D296BC3-EFC5-4B81-A839-0F7AD251E596}"/>
          </ac:inkMkLst>
        </pc:inkChg>
        <pc:inkChg chg="add del">
          <ac:chgData name="" userId="d70b83f6f1e23693" providerId="LiveId" clId="{69643133-B62A-4E56-B5B0-B2DE61C671E2}" dt="2026-08-17T08:13:15.075" v="3030"/>
          <ac:inkMkLst>
            <pc:docMk/>
            <pc:sldMk cId="2817426789" sldId="278"/>
            <ac:inkMk id="12" creationId="{14C531DD-1D88-40DA-AA76-E4FB1BE76F47}"/>
          </ac:inkMkLst>
        </pc:inkChg>
        <pc:inkChg chg="add del">
          <ac:chgData name="" userId="d70b83f6f1e23693" providerId="LiveId" clId="{69643133-B62A-4E56-B5B0-B2DE61C671E2}" dt="2026-08-18T00:48:33.483" v="3628"/>
          <ac:inkMkLst>
            <pc:docMk/>
            <pc:sldMk cId="2817426789" sldId="278"/>
            <ac:inkMk id="12" creationId="{8F14C7C2-6287-4E92-9120-0C3631638E7A}"/>
          </ac:inkMkLst>
        </pc:inkChg>
        <pc:inkChg chg="del">
          <ac:chgData name="" userId="d70b83f6f1e23693" providerId="LiveId" clId="{69643133-B62A-4E56-B5B0-B2DE61C671E2}" dt="2026-08-17T08:12:06.078" v="3023" actId="478"/>
          <ac:inkMkLst>
            <pc:docMk/>
            <pc:sldMk cId="2817426789" sldId="278"/>
            <ac:inkMk id="13" creationId="{26605FF0-63BC-4465-9CF7-E0A1EF7FB758}"/>
          </ac:inkMkLst>
        </pc:inkChg>
        <pc:inkChg chg="add del">
          <ac:chgData name="" userId="d70b83f6f1e23693" providerId="LiveId" clId="{69643133-B62A-4E56-B5B0-B2DE61C671E2}" dt="2026-08-18T00:48:33.483" v="3628"/>
          <ac:inkMkLst>
            <pc:docMk/>
            <pc:sldMk cId="2817426789" sldId="278"/>
            <ac:inkMk id="13" creationId="{7DD93260-6A6B-4BAC-A40B-6D8C6190DF90}"/>
          </ac:inkMkLst>
        </pc:inkChg>
        <pc:inkChg chg="add del">
          <ac:chgData name="" userId="d70b83f6f1e23693" providerId="LiveId" clId="{69643133-B62A-4E56-B5B0-B2DE61C671E2}" dt="2026-08-18T00:48:33.483" v="3628"/>
          <ac:inkMkLst>
            <pc:docMk/>
            <pc:sldMk cId="2817426789" sldId="278"/>
            <ac:inkMk id="14" creationId="{AAC8430A-EABD-4C19-B21B-59CF12053805}"/>
          </ac:inkMkLst>
        </pc:inkChg>
        <pc:inkChg chg="add del">
          <ac:chgData name="" userId="d70b83f6f1e23693" providerId="LiveId" clId="{69643133-B62A-4E56-B5B0-B2DE61C671E2}" dt="2026-08-17T08:13:15.075" v="3030"/>
          <ac:inkMkLst>
            <pc:docMk/>
            <pc:sldMk cId="2817426789" sldId="278"/>
            <ac:inkMk id="14" creationId="{B882DF0B-A250-45A7-9BB5-450C6EB7F056}"/>
          </ac:inkMkLst>
        </pc:inkChg>
        <pc:inkChg chg="add">
          <ac:chgData name="" userId="d70b83f6f1e23693" providerId="LiveId" clId="{69643133-B62A-4E56-B5B0-B2DE61C671E2}" dt="2026-08-17T08:13:15.075" v="3030"/>
          <ac:inkMkLst>
            <pc:docMk/>
            <pc:sldMk cId="2817426789" sldId="278"/>
            <ac:inkMk id="15" creationId="{870281A4-982E-4C77-B64D-089BEECEAF24}"/>
          </ac:inkMkLst>
        </pc:inkChg>
        <pc:inkChg chg="add del">
          <ac:chgData name="" userId="d70b83f6f1e23693" providerId="LiveId" clId="{69643133-B62A-4E56-B5B0-B2DE61C671E2}" dt="2026-08-17T08:16:47.727" v="3033"/>
          <ac:inkMkLst>
            <pc:docMk/>
            <pc:sldMk cId="2817426789" sldId="278"/>
            <ac:inkMk id="16" creationId="{C11CACBB-0D00-4474-AD5D-5CEE2A99762F}"/>
          </ac:inkMkLst>
        </pc:inkChg>
        <pc:inkChg chg="add">
          <ac:chgData name="" userId="d70b83f6f1e23693" providerId="LiveId" clId="{69643133-B62A-4E56-B5B0-B2DE61C671E2}" dt="2026-08-18T00:48:33.483" v="3628"/>
          <ac:inkMkLst>
            <pc:docMk/>
            <pc:sldMk cId="2817426789" sldId="278"/>
            <ac:inkMk id="16" creationId="{DFA859C4-06EA-4FC3-B084-10D35184D742}"/>
          </ac:inkMkLst>
        </pc:inkChg>
        <pc:inkChg chg="add">
          <ac:chgData name="" userId="d70b83f6f1e23693" providerId="LiveId" clId="{69643133-B62A-4E56-B5B0-B2DE61C671E2}" dt="2026-08-18T00:48:49.854" v="3629"/>
          <ac:inkMkLst>
            <pc:docMk/>
            <pc:sldMk cId="2817426789" sldId="278"/>
            <ac:inkMk id="17" creationId="{84966096-6654-4E04-81B8-D6F7C029929E}"/>
          </ac:inkMkLst>
        </pc:inkChg>
        <pc:inkChg chg="add del">
          <ac:chgData name="" userId="d70b83f6f1e23693" providerId="LiveId" clId="{69643133-B62A-4E56-B5B0-B2DE61C671E2}" dt="2026-08-17T08:16:47.727" v="3033"/>
          <ac:inkMkLst>
            <pc:docMk/>
            <pc:sldMk cId="2817426789" sldId="278"/>
            <ac:inkMk id="17" creationId="{9F8A8851-8F97-48F3-B028-3F35CE5A050A}"/>
          </ac:inkMkLst>
        </pc:inkChg>
        <pc:inkChg chg="add del">
          <ac:chgData name="" userId="d70b83f6f1e23693" providerId="LiveId" clId="{69643133-B62A-4E56-B5B0-B2DE61C671E2}" dt="2026-08-17T08:22:15.140" v="3052"/>
          <ac:inkMkLst>
            <pc:docMk/>
            <pc:sldMk cId="2817426789" sldId="278"/>
            <ac:inkMk id="18" creationId="{B1DB2922-C8E4-4EBC-978E-D4D05421242E}"/>
          </ac:inkMkLst>
        </pc:inkChg>
        <pc:inkChg chg="add del">
          <ac:chgData name="" userId="d70b83f6f1e23693" providerId="LiveId" clId="{69643133-B62A-4E56-B5B0-B2DE61C671E2}" dt="2026-08-18T00:48:56.916" v="3635"/>
          <ac:inkMkLst>
            <pc:docMk/>
            <pc:sldMk cId="2817426789" sldId="278"/>
            <ac:inkMk id="19" creationId="{9D2A2D14-FF76-4B0D-814D-9CF0E84ECB75}"/>
          </ac:inkMkLst>
        </pc:inkChg>
        <pc:inkChg chg="add del">
          <ac:chgData name="" userId="d70b83f6f1e23693" providerId="LiveId" clId="{69643133-B62A-4E56-B5B0-B2DE61C671E2}" dt="2026-08-17T08:16:54.488" v="3037"/>
          <ac:inkMkLst>
            <pc:docMk/>
            <pc:sldMk cId="2817426789" sldId="278"/>
            <ac:inkMk id="19" creationId="{C9FA787B-7901-4269-B9F0-DE8F93D3E254}"/>
          </ac:inkMkLst>
        </pc:inkChg>
        <pc:inkChg chg="add">
          <ac:chgData name="" userId="d70b83f6f1e23693" providerId="LiveId" clId="{69643133-B62A-4E56-B5B0-B2DE61C671E2}" dt="2026-08-18T00:48:52.857" v="3631"/>
          <ac:inkMkLst>
            <pc:docMk/>
            <pc:sldMk cId="2817426789" sldId="278"/>
            <ac:inkMk id="20" creationId="{9895F932-2162-4C32-9818-91342895BF38}"/>
          </ac:inkMkLst>
        </pc:inkChg>
        <pc:inkChg chg="add del">
          <ac:chgData name="" userId="d70b83f6f1e23693" providerId="LiveId" clId="{69643133-B62A-4E56-B5B0-B2DE61C671E2}" dt="2026-08-17T08:16:54.488" v="3037"/>
          <ac:inkMkLst>
            <pc:docMk/>
            <pc:sldMk cId="2817426789" sldId="278"/>
            <ac:inkMk id="20" creationId="{B2A36A81-BAB0-4F35-98DC-A6BB1529D091}"/>
          </ac:inkMkLst>
        </pc:inkChg>
        <pc:inkChg chg="add">
          <ac:chgData name="" userId="d70b83f6f1e23693" providerId="LiveId" clId="{69643133-B62A-4E56-B5B0-B2DE61C671E2}" dt="2026-08-18T00:48:54.466" v="3632"/>
          <ac:inkMkLst>
            <pc:docMk/>
            <pc:sldMk cId="2817426789" sldId="278"/>
            <ac:inkMk id="21" creationId="{3B3EF04F-FF81-43D9-BA60-DE93D25E425E}"/>
          </ac:inkMkLst>
        </pc:inkChg>
        <pc:inkChg chg="add del">
          <ac:chgData name="" userId="d70b83f6f1e23693" providerId="LiveId" clId="{69643133-B62A-4E56-B5B0-B2DE61C671E2}" dt="2026-08-17T08:16:54.488" v="3037"/>
          <ac:inkMkLst>
            <pc:docMk/>
            <pc:sldMk cId="2817426789" sldId="278"/>
            <ac:inkMk id="21" creationId="{89651FF8-363F-4ED9-AE07-739D97184BAD}"/>
          </ac:inkMkLst>
        </pc:inkChg>
        <pc:inkChg chg="add del">
          <ac:chgData name="" userId="d70b83f6f1e23693" providerId="LiveId" clId="{69643133-B62A-4E56-B5B0-B2DE61C671E2}" dt="2026-08-17T08:16:56.897" v="3039"/>
          <ac:inkMkLst>
            <pc:docMk/>
            <pc:sldMk cId="2817426789" sldId="278"/>
            <ac:inkMk id="22" creationId="{6A2C89AA-D2CA-4385-8C42-ABB0E3A61C23}"/>
          </ac:inkMkLst>
        </pc:inkChg>
        <pc:inkChg chg="add del">
          <ac:chgData name="" userId="d70b83f6f1e23693" providerId="LiveId" clId="{69643133-B62A-4E56-B5B0-B2DE61C671E2}" dt="2026-08-18T00:48:56.916" v="3635"/>
          <ac:inkMkLst>
            <pc:docMk/>
            <pc:sldMk cId="2817426789" sldId="278"/>
            <ac:inkMk id="22" creationId="{910D6AD8-3976-4713-820D-FB88FAED9031}"/>
          </ac:inkMkLst>
        </pc:inkChg>
        <pc:inkChg chg="add del">
          <ac:chgData name="" userId="d70b83f6f1e23693" providerId="LiveId" clId="{69643133-B62A-4E56-B5B0-B2DE61C671E2}" dt="2026-08-17T08:16:56.897" v="3039"/>
          <ac:inkMkLst>
            <pc:docMk/>
            <pc:sldMk cId="2817426789" sldId="278"/>
            <ac:inkMk id="23" creationId="{99E36AEF-2729-45D1-BCCE-CA8356A00D10}"/>
          </ac:inkMkLst>
        </pc:inkChg>
        <pc:inkChg chg="add">
          <ac:chgData name="" userId="d70b83f6f1e23693" providerId="LiveId" clId="{69643133-B62A-4E56-B5B0-B2DE61C671E2}" dt="2026-08-18T00:48:56.217" v="3634"/>
          <ac:inkMkLst>
            <pc:docMk/>
            <pc:sldMk cId="2817426789" sldId="278"/>
            <ac:inkMk id="24" creationId="{D8617662-4E4B-433F-9CA9-21B4DC1C393E}"/>
          </ac:inkMkLst>
        </pc:inkChg>
        <pc:inkChg chg="add del">
          <ac:chgData name="" userId="d70b83f6f1e23693" providerId="LiveId" clId="{69643133-B62A-4E56-B5B0-B2DE61C671E2}" dt="2026-08-17T08:22:15.140" v="3052"/>
          <ac:inkMkLst>
            <pc:docMk/>
            <pc:sldMk cId="2817426789" sldId="278"/>
            <ac:inkMk id="24" creationId="{E6568406-AABD-44DA-80DE-9BCA72F692BA}"/>
          </ac:inkMkLst>
        </pc:inkChg>
        <pc:inkChg chg="add">
          <ac:chgData name="" userId="d70b83f6f1e23693" providerId="LiveId" clId="{69643133-B62A-4E56-B5B0-B2DE61C671E2}" dt="2026-08-17T08:19:36.285" v="3040"/>
          <ac:inkMkLst>
            <pc:docMk/>
            <pc:sldMk cId="2817426789" sldId="278"/>
            <ac:inkMk id="25" creationId="{30679AA9-28FB-4E65-B1FF-2E122A1907F3}"/>
          </ac:inkMkLst>
        </pc:inkChg>
        <pc:inkChg chg="add del">
          <ac:chgData name="" userId="d70b83f6f1e23693" providerId="LiveId" clId="{69643133-B62A-4E56-B5B0-B2DE61C671E2}" dt="2026-08-18T00:46:16.208" v="3611" actId="478"/>
          <ac:inkMkLst>
            <pc:docMk/>
            <pc:sldMk cId="2817426789" sldId="278"/>
            <ac:inkMk id="26" creationId="{AAA3C769-0FC0-4AAF-90F8-B2CD016717B8}"/>
          </ac:inkMkLst>
        </pc:inkChg>
        <pc:inkChg chg="add">
          <ac:chgData name="" userId="d70b83f6f1e23693" providerId="LiveId" clId="{69643133-B62A-4E56-B5B0-B2DE61C671E2}" dt="2026-08-17T08:20:14.317" v="3042"/>
          <ac:inkMkLst>
            <pc:docMk/>
            <pc:sldMk cId="2817426789" sldId="278"/>
            <ac:inkMk id="27" creationId="{4BC97DFE-6C60-43D5-B9C5-CE83393E65AF}"/>
          </ac:inkMkLst>
        </pc:inkChg>
        <pc:inkChg chg="add">
          <ac:chgData name="" userId="d70b83f6f1e23693" providerId="LiveId" clId="{69643133-B62A-4E56-B5B0-B2DE61C671E2}" dt="2026-08-18T00:48:56.916" v="3635"/>
          <ac:inkMkLst>
            <pc:docMk/>
            <pc:sldMk cId="2817426789" sldId="278"/>
            <ac:inkMk id="28" creationId="{A28E3D10-F78C-4E4B-9C9C-092F46942368}"/>
          </ac:inkMkLst>
        </pc:inkChg>
        <pc:inkChg chg="add del">
          <ac:chgData name="" userId="d70b83f6f1e23693" providerId="LiveId" clId="{69643133-B62A-4E56-B5B0-B2DE61C671E2}" dt="2026-08-17T08:22:15.140" v="3052"/>
          <ac:inkMkLst>
            <pc:docMk/>
            <pc:sldMk cId="2817426789" sldId="278"/>
            <ac:inkMk id="28" creationId="{E86E38AE-B6B8-43EE-B760-30E3261EE69F}"/>
          </ac:inkMkLst>
        </pc:inkChg>
        <pc:inkChg chg="add del">
          <ac:chgData name="" userId="d70b83f6f1e23693" providerId="LiveId" clId="{69643133-B62A-4E56-B5B0-B2DE61C671E2}" dt="2026-08-17T08:22:15.140" v="3052"/>
          <ac:inkMkLst>
            <pc:docMk/>
            <pc:sldMk cId="2817426789" sldId="278"/>
            <ac:inkMk id="30" creationId="{2BBB7BB4-C892-4050-9763-6234F060C570}"/>
          </ac:inkMkLst>
        </pc:inkChg>
        <pc:inkChg chg="add">
          <ac:chgData name="" userId="d70b83f6f1e23693" providerId="LiveId" clId="{69643133-B62A-4E56-B5B0-B2DE61C671E2}" dt="2026-08-18T00:48:57.666" v="3636"/>
          <ac:inkMkLst>
            <pc:docMk/>
            <pc:sldMk cId="2817426789" sldId="278"/>
            <ac:inkMk id="30" creationId="{72D77204-65E0-4B21-A438-3F514912D41E}"/>
          </ac:inkMkLst>
        </pc:inkChg>
        <pc:inkChg chg="add del">
          <ac:chgData name="" userId="d70b83f6f1e23693" providerId="LiveId" clId="{69643133-B62A-4E56-B5B0-B2DE61C671E2}" dt="2026-08-17T08:22:15.140" v="3052"/>
          <ac:inkMkLst>
            <pc:docMk/>
            <pc:sldMk cId="2817426789" sldId="278"/>
            <ac:inkMk id="31" creationId="{5C51EA8A-C012-4A54-A043-252BF79D8A33}"/>
          </ac:inkMkLst>
        </pc:inkChg>
        <pc:inkChg chg="add">
          <ac:chgData name="" userId="d70b83f6f1e23693" providerId="LiveId" clId="{69643133-B62A-4E56-B5B0-B2DE61C671E2}" dt="2026-08-18T00:49:24.619" v="3647"/>
          <ac:inkMkLst>
            <pc:docMk/>
            <pc:sldMk cId="2817426789" sldId="278"/>
            <ac:inkMk id="31" creationId="{6343FCF2-563E-45C6-ACDF-97BE3CA2F632}"/>
          </ac:inkMkLst>
        </pc:inkChg>
        <pc:inkChg chg="add del mod">
          <ac:chgData name="" userId="d70b83f6f1e23693" providerId="LiveId" clId="{69643133-B62A-4E56-B5B0-B2DE61C671E2}" dt="2026-08-18T00:47:00.539" v="3614" actId="478"/>
          <ac:inkMkLst>
            <pc:docMk/>
            <pc:sldMk cId="2817426789" sldId="278"/>
            <ac:inkMk id="32" creationId="{4D0BAD14-F30E-4B7C-B007-F254D36F16BF}"/>
          </ac:inkMkLst>
        </pc:inkChg>
        <pc:inkChg chg="add">
          <ac:chgData name="" userId="d70b83f6f1e23693" providerId="LiveId" clId="{69643133-B62A-4E56-B5B0-B2DE61C671E2}" dt="2026-08-18T00:49:52.742" v="3648"/>
          <ac:inkMkLst>
            <pc:docMk/>
            <pc:sldMk cId="2817426789" sldId="278"/>
            <ac:inkMk id="33" creationId="{52B82178-2911-425D-8CA0-88539E3B30CE}"/>
          </ac:inkMkLst>
        </pc:inkChg>
        <pc:inkChg chg="add del">
          <ac:chgData name="" userId="d70b83f6f1e23693" providerId="LiveId" clId="{69643133-B62A-4E56-B5B0-B2DE61C671E2}" dt="2026-08-17T08:22:17.866" v="3055"/>
          <ac:inkMkLst>
            <pc:docMk/>
            <pc:sldMk cId="2817426789" sldId="278"/>
            <ac:inkMk id="33" creationId="{626C9BE9-6C11-420C-8C61-EF8BF8B5519F}"/>
          </ac:inkMkLst>
        </pc:inkChg>
        <pc:inkChg chg="add del">
          <ac:chgData name="" userId="d70b83f6f1e23693" providerId="LiveId" clId="{69643133-B62A-4E56-B5B0-B2DE61C671E2}" dt="2026-08-17T08:22:17.866" v="3055"/>
          <ac:inkMkLst>
            <pc:docMk/>
            <pc:sldMk cId="2817426789" sldId="278"/>
            <ac:inkMk id="34" creationId="{46514B60-681E-4AB7-9698-A3E6F556810B}"/>
          </ac:inkMkLst>
        </pc:inkChg>
        <pc:inkChg chg="add">
          <ac:chgData name="" userId="d70b83f6f1e23693" providerId="LiveId" clId="{69643133-B62A-4E56-B5B0-B2DE61C671E2}" dt="2026-08-18T00:50:01.896" v="3649"/>
          <ac:inkMkLst>
            <pc:docMk/>
            <pc:sldMk cId="2817426789" sldId="278"/>
            <ac:inkMk id="34" creationId="{7B2D6F84-587A-4B0B-AF67-23B381F3B797}"/>
          </ac:inkMkLst>
        </pc:inkChg>
        <pc:inkChg chg="add">
          <ac:chgData name="" userId="d70b83f6f1e23693" providerId="LiveId" clId="{69643133-B62A-4E56-B5B0-B2DE61C671E2}" dt="2026-08-17T08:22:17.866" v="3055"/>
          <ac:inkMkLst>
            <pc:docMk/>
            <pc:sldMk cId="2817426789" sldId="278"/>
            <ac:inkMk id="35" creationId="{6C92111D-8089-4101-8B81-B8B5BA5A7DF9}"/>
          </ac:inkMkLst>
        </pc:inkChg>
        <pc:inkChg chg="add">
          <ac:chgData name="" userId="d70b83f6f1e23693" providerId="LiveId" clId="{69643133-B62A-4E56-B5B0-B2DE61C671E2}" dt="2026-08-17T08:28:46.981" v="3083"/>
          <ac:inkMkLst>
            <pc:docMk/>
            <pc:sldMk cId="2817426789" sldId="278"/>
            <ac:inkMk id="36" creationId="{11B1BB27-CFD9-483A-BA69-EDEC69CD1AB1}"/>
          </ac:inkMkLst>
        </pc:inkChg>
        <pc:inkChg chg="add del">
          <ac:chgData name="" userId="d70b83f6f1e23693" providerId="LiveId" clId="{69643133-B62A-4E56-B5B0-B2DE61C671E2}" dt="2026-08-18T00:44:32.696" v="3555" actId="478"/>
          <ac:inkMkLst>
            <pc:docMk/>
            <pc:sldMk cId="2817426789" sldId="278"/>
            <ac:inkMk id="37" creationId="{51C60514-6808-4BEE-9233-8550EAFAAA75}"/>
          </ac:inkMkLst>
        </pc:inkChg>
        <pc:inkChg chg="add del">
          <ac:chgData name="" userId="d70b83f6f1e23693" providerId="LiveId" clId="{69643133-B62A-4E56-B5B0-B2DE61C671E2}" dt="2026-08-17T08:28:58.438" v="3087"/>
          <ac:inkMkLst>
            <pc:docMk/>
            <pc:sldMk cId="2817426789" sldId="278"/>
            <ac:inkMk id="38" creationId="{09326F26-70DB-40EB-9FAB-B1AAFFD28180}"/>
          </ac:inkMkLst>
        </pc:inkChg>
        <pc:inkChg chg="add del">
          <ac:chgData name="" userId="d70b83f6f1e23693" providerId="LiveId" clId="{69643133-B62A-4E56-B5B0-B2DE61C671E2}" dt="2026-08-17T08:28:58.438" v="3087"/>
          <ac:inkMkLst>
            <pc:docMk/>
            <pc:sldMk cId="2817426789" sldId="278"/>
            <ac:inkMk id="39" creationId="{2FBD8D07-AAED-4494-8C1D-1688BF9487FB}"/>
          </ac:inkMkLst>
        </pc:inkChg>
        <pc:inkChg chg="add del">
          <ac:chgData name="" userId="d70b83f6f1e23693" providerId="LiveId" clId="{69643133-B62A-4E56-B5B0-B2DE61C671E2}" dt="2026-08-17T08:29:01.149" v="3089"/>
          <ac:inkMkLst>
            <pc:docMk/>
            <pc:sldMk cId="2817426789" sldId="278"/>
            <ac:inkMk id="40" creationId="{48946E13-BC91-449D-A12D-D425AA08DC2E}"/>
          </ac:inkMkLst>
        </pc:inkChg>
        <pc:inkChg chg="add del">
          <ac:chgData name="" userId="d70b83f6f1e23693" providerId="LiveId" clId="{69643133-B62A-4E56-B5B0-B2DE61C671E2}" dt="2026-08-17T08:29:01.149" v="3089"/>
          <ac:inkMkLst>
            <pc:docMk/>
            <pc:sldMk cId="2817426789" sldId="278"/>
            <ac:inkMk id="41" creationId="{5936FBE9-4582-4925-91B5-1BDCCB8103D6}"/>
          </ac:inkMkLst>
        </pc:inkChg>
        <pc:inkChg chg="add del">
          <ac:chgData name="" userId="d70b83f6f1e23693" providerId="LiveId" clId="{69643133-B62A-4E56-B5B0-B2DE61C671E2}" dt="2026-08-17T08:29:04.786" v="3092"/>
          <ac:inkMkLst>
            <pc:docMk/>
            <pc:sldMk cId="2817426789" sldId="278"/>
            <ac:inkMk id="42" creationId="{7A75E636-DC01-4307-8B50-748CB7C1740B}"/>
          </ac:inkMkLst>
        </pc:inkChg>
        <pc:inkChg chg="add del">
          <ac:chgData name="" userId="d70b83f6f1e23693" providerId="LiveId" clId="{69643133-B62A-4E56-B5B0-B2DE61C671E2}" dt="2026-08-17T08:29:04.786" v="3092"/>
          <ac:inkMkLst>
            <pc:docMk/>
            <pc:sldMk cId="2817426789" sldId="278"/>
            <ac:inkMk id="43" creationId="{E7192F31-545D-4FFC-830F-0AFC70F7C6B3}"/>
          </ac:inkMkLst>
        </pc:inkChg>
        <pc:inkChg chg="add del">
          <ac:chgData name="" userId="d70b83f6f1e23693" providerId="LiveId" clId="{69643133-B62A-4E56-B5B0-B2DE61C671E2}" dt="2026-08-17T08:29:04.786" v="3092"/>
          <ac:inkMkLst>
            <pc:docMk/>
            <pc:sldMk cId="2817426789" sldId="278"/>
            <ac:inkMk id="44" creationId="{9D06A163-4105-473A-899F-E83F1FE4B20A}"/>
          </ac:inkMkLst>
        </pc:inkChg>
        <pc:inkChg chg="add del">
          <ac:chgData name="" userId="d70b83f6f1e23693" providerId="LiveId" clId="{69643133-B62A-4E56-B5B0-B2DE61C671E2}" dt="2026-08-18T00:45:24.783" v="3565" actId="478"/>
          <ac:inkMkLst>
            <pc:docMk/>
            <pc:sldMk cId="2817426789" sldId="278"/>
            <ac:inkMk id="45" creationId="{C424B1D8-9196-4B1D-AC83-3A36FC947E26}"/>
          </ac:inkMkLst>
        </pc:inkChg>
      </pc:sldChg>
      <pc:sldChg chg="addSp delSp modSp ord">
        <pc:chgData name="" userId="d70b83f6f1e23693" providerId="LiveId" clId="{69643133-B62A-4E56-B5B0-B2DE61C671E2}" dt="2026-08-17T08:32:56.364" v="3103"/>
        <pc:sldMkLst>
          <pc:docMk/>
          <pc:sldMk cId="1685190791" sldId="279"/>
        </pc:sldMkLst>
        <pc:picChg chg="del">
          <ac:chgData name="" userId="d70b83f6f1e23693" providerId="LiveId" clId="{69643133-B62A-4E56-B5B0-B2DE61C671E2}" dt="2026-08-17T08:26:11.481" v="3061" actId="478"/>
          <ac:picMkLst>
            <pc:docMk/>
            <pc:sldMk cId="1685190791" sldId="279"/>
            <ac:picMk id="3" creationId="{8425B60A-9A20-4983-B7EF-468A61D7CB25}"/>
          </ac:picMkLst>
        </pc:picChg>
        <pc:picChg chg="add mod">
          <ac:chgData name="" userId="d70b83f6f1e23693" providerId="LiveId" clId="{69643133-B62A-4E56-B5B0-B2DE61C671E2}" dt="2026-08-17T08:27:08.329" v="3069" actId="1076"/>
          <ac:picMkLst>
            <pc:docMk/>
            <pc:sldMk cId="1685190791" sldId="279"/>
            <ac:picMk id="4" creationId="{24B045AA-1236-4798-B152-C3182FA7BE17}"/>
          </ac:picMkLst>
        </pc:picChg>
        <pc:inkChg chg="add">
          <ac:chgData name="" userId="d70b83f6f1e23693" providerId="LiveId" clId="{69643133-B62A-4E56-B5B0-B2DE61C671E2}" dt="2026-08-17T08:27:38.121" v="3070"/>
          <ac:inkMkLst>
            <pc:docMk/>
            <pc:sldMk cId="1685190791" sldId="279"/>
            <ac:inkMk id="5" creationId="{E9E5C223-48BA-4A97-B737-11B70593EAD4}"/>
          </ac:inkMkLst>
        </pc:inkChg>
        <pc:inkChg chg="add">
          <ac:chgData name="" userId="d70b83f6f1e23693" providerId="LiveId" clId="{69643133-B62A-4E56-B5B0-B2DE61C671E2}" dt="2026-08-17T08:27:43.012" v="3071"/>
          <ac:inkMkLst>
            <pc:docMk/>
            <pc:sldMk cId="1685190791" sldId="279"/>
            <ac:inkMk id="6" creationId="{C06BEAC9-B95D-457D-8511-53C4ABF37226}"/>
          </ac:inkMkLst>
        </pc:inkChg>
        <pc:inkChg chg="add">
          <ac:chgData name="" userId="d70b83f6f1e23693" providerId="LiveId" clId="{69643133-B62A-4E56-B5B0-B2DE61C671E2}" dt="2026-08-17T08:27:49.199" v="3072"/>
          <ac:inkMkLst>
            <pc:docMk/>
            <pc:sldMk cId="1685190791" sldId="279"/>
            <ac:inkMk id="7" creationId="{8ABC7667-D7D8-4833-AFA3-95FBC9BE370B}"/>
          </ac:inkMkLst>
        </pc:inkChg>
        <pc:inkChg chg="add">
          <ac:chgData name="" userId="d70b83f6f1e23693" providerId="LiveId" clId="{69643133-B62A-4E56-B5B0-B2DE61C671E2}" dt="2026-08-17T08:27:53.692" v="3073"/>
          <ac:inkMkLst>
            <pc:docMk/>
            <pc:sldMk cId="1685190791" sldId="279"/>
            <ac:inkMk id="8" creationId="{0D028EB7-17B1-4413-9BF8-B5F10AAF0D90}"/>
          </ac:inkMkLst>
        </pc:inkChg>
        <pc:inkChg chg="add">
          <ac:chgData name="" userId="d70b83f6f1e23693" providerId="LiveId" clId="{69643133-B62A-4E56-B5B0-B2DE61C671E2}" dt="2026-08-17T08:27:59.948" v="3074"/>
          <ac:inkMkLst>
            <pc:docMk/>
            <pc:sldMk cId="1685190791" sldId="279"/>
            <ac:inkMk id="9" creationId="{8841D18B-8F4D-4092-A597-C71A483DE3C3}"/>
          </ac:inkMkLst>
        </pc:inkChg>
        <pc:inkChg chg="add del">
          <ac:chgData name="" userId="d70b83f6f1e23693" providerId="LiveId" clId="{69643133-B62A-4E56-B5B0-B2DE61C671E2}" dt="2026-08-17T08:28:19.787" v="3077"/>
          <ac:inkMkLst>
            <pc:docMk/>
            <pc:sldMk cId="1685190791" sldId="279"/>
            <ac:inkMk id="10" creationId="{48CB0E59-A4D1-404C-A401-F5D549C0CD3D}"/>
          </ac:inkMkLst>
        </pc:inkChg>
        <pc:inkChg chg="add del">
          <ac:chgData name="" userId="d70b83f6f1e23693" providerId="LiveId" clId="{69643133-B62A-4E56-B5B0-B2DE61C671E2}" dt="2026-08-17T08:28:19.787" v="3077"/>
          <ac:inkMkLst>
            <pc:docMk/>
            <pc:sldMk cId="1685190791" sldId="279"/>
            <ac:inkMk id="11" creationId="{B7FE3234-3D4D-4292-9BF2-D2E54D1817FD}"/>
          </ac:inkMkLst>
        </pc:inkChg>
        <pc:inkChg chg="add del">
          <ac:chgData name="" userId="d70b83f6f1e23693" providerId="LiveId" clId="{69643133-B62A-4E56-B5B0-B2DE61C671E2}" dt="2026-08-17T08:28:29.828" v="3081"/>
          <ac:inkMkLst>
            <pc:docMk/>
            <pc:sldMk cId="1685190791" sldId="279"/>
            <ac:inkMk id="12" creationId="{E7641B68-887E-43DB-B2D4-18119BE6600D}"/>
          </ac:inkMkLst>
        </pc:inkChg>
        <pc:inkChg chg="add del">
          <ac:chgData name="" userId="d70b83f6f1e23693" providerId="LiveId" clId="{69643133-B62A-4E56-B5B0-B2DE61C671E2}" dt="2026-08-17T08:28:29.828" v="3081"/>
          <ac:inkMkLst>
            <pc:docMk/>
            <pc:sldMk cId="1685190791" sldId="279"/>
            <ac:inkMk id="13" creationId="{EF0E1AC5-FC6B-4029-9327-ED238BBD8600}"/>
          </ac:inkMkLst>
        </pc:inkChg>
        <pc:inkChg chg="add del">
          <ac:chgData name="" userId="d70b83f6f1e23693" providerId="LiveId" clId="{69643133-B62A-4E56-B5B0-B2DE61C671E2}" dt="2026-08-17T08:28:29.828" v="3081"/>
          <ac:inkMkLst>
            <pc:docMk/>
            <pc:sldMk cId="1685190791" sldId="279"/>
            <ac:inkMk id="14" creationId="{4DF39392-BD9C-436D-8554-70B35CEFA298}"/>
          </ac:inkMkLst>
        </pc:inkChg>
        <pc:inkChg chg="add del">
          <ac:chgData name="" userId="d70b83f6f1e23693" providerId="LiveId" clId="{69643133-B62A-4E56-B5B0-B2DE61C671E2}" dt="2026-08-17T08:28:29.828" v="3081"/>
          <ac:inkMkLst>
            <pc:docMk/>
            <pc:sldMk cId="1685190791" sldId="279"/>
            <ac:inkMk id="15" creationId="{7AE48BC2-86CE-4EF6-86D2-505AD6CF8233}"/>
          </ac:inkMkLst>
        </pc:inkChg>
        <pc:inkChg chg="add">
          <ac:chgData name="" userId="d70b83f6f1e23693" providerId="LiveId" clId="{69643133-B62A-4E56-B5B0-B2DE61C671E2}" dt="2026-08-17T08:28:29.828" v="3081"/>
          <ac:inkMkLst>
            <pc:docMk/>
            <pc:sldMk cId="1685190791" sldId="279"/>
            <ac:inkMk id="16" creationId="{F4D3D882-5BAA-4845-9F75-F7A3511F0FDE}"/>
          </ac:inkMkLst>
        </pc:inkChg>
        <pc:inkChg chg="add del">
          <ac:chgData name="" userId="d70b83f6f1e23693" providerId="LiveId" clId="{69643133-B62A-4E56-B5B0-B2DE61C671E2}" dt="2026-08-17T08:32:56.364" v="3103"/>
          <ac:inkMkLst>
            <pc:docMk/>
            <pc:sldMk cId="1685190791" sldId="279"/>
            <ac:inkMk id="17" creationId="{0D3437F1-392F-41B9-9DE6-894A13576BC4}"/>
          </ac:inkMkLst>
        </pc:inkChg>
        <pc:inkChg chg="add del">
          <ac:chgData name="" userId="d70b83f6f1e23693" providerId="LiveId" clId="{69643133-B62A-4E56-B5B0-B2DE61C671E2}" dt="2026-08-17T08:32:56.364" v="3103"/>
          <ac:inkMkLst>
            <pc:docMk/>
            <pc:sldMk cId="1685190791" sldId="279"/>
            <ac:inkMk id="18" creationId="{9A8C47BA-34FD-48EB-8AEC-EE27B9A2018B}"/>
          </ac:inkMkLst>
        </pc:inkChg>
        <pc:inkChg chg="add del">
          <ac:chgData name="" userId="d70b83f6f1e23693" providerId="LiveId" clId="{69643133-B62A-4E56-B5B0-B2DE61C671E2}" dt="2026-08-17T08:32:56.364" v="3103"/>
          <ac:inkMkLst>
            <pc:docMk/>
            <pc:sldMk cId="1685190791" sldId="279"/>
            <ac:inkMk id="19" creationId="{7C55489C-5054-42E1-B1F0-905D5848127F}"/>
          </ac:inkMkLst>
        </pc:inkChg>
        <pc:inkChg chg="add">
          <ac:chgData name="" userId="d70b83f6f1e23693" providerId="LiveId" clId="{69643133-B62A-4E56-B5B0-B2DE61C671E2}" dt="2026-08-17T08:32:56.364" v="3103"/>
          <ac:inkMkLst>
            <pc:docMk/>
            <pc:sldMk cId="1685190791" sldId="279"/>
            <ac:inkMk id="20" creationId="{F8031266-D2D4-43FD-87AB-BCCC8AF8D26E}"/>
          </ac:inkMkLst>
        </pc:inkChg>
      </pc:sldChg>
      <pc:sldChg chg="addSp delSp modSp add">
        <pc:chgData name="" userId="d70b83f6f1e23693" providerId="LiveId" clId="{69643133-B62A-4E56-B5B0-B2DE61C671E2}" dt="2026-08-18T00:51:57.631" v="3697" actId="20577"/>
        <pc:sldMkLst>
          <pc:docMk/>
          <pc:sldMk cId="207898966" sldId="280"/>
        </pc:sldMkLst>
        <pc:spChg chg="add mod">
          <ac:chgData name="" userId="d70b83f6f1e23693" providerId="LiveId" clId="{69643133-B62A-4E56-B5B0-B2DE61C671E2}" dt="2026-08-18T00:51:57.631" v="3697" actId="20577"/>
          <ac:spMkLst>
            <pc:docMk/>
            <pc:sldMk cId="207898966" sldId="280"/>
            <ac:spMk id="5" creationId="{2E9FFD66-E912-4090-B3A7-C95C3CCA5CF1}"/>
          </ac:spMkLst>
        </pc:spChg>
        <pc:picChg chg="del">
          <ac:chgData name="" userId="d70b83f6f1e23693" providerId="LiveId" clId="{69643133-B62A-4E56-B5B0-B2DE61C671E2}" dt="2026-08-17T08:26:18.823" v="3065" actId="478"/>
          <ac:picMkLst>
            <pc:docMk/>
            <pc:sldMk cId="207898966" sldId="280"/>
            <ac:picMk id="3" creationId="{8425B60A-9A20-4983-B7EF-468A61D7CB25}"/>
          </ac:picMkLst>
        </pc:picChg>
        <pc:picChg chg="add mod">
          <ac:chgData name="" userId="d70b83f6f1e23693" providerId="LiveId" clId="{69643133-B62A-4E56-B5B0-B2DE61C671E2}" dt="2026-08-17T08:30:13.374" v="3096" actId="1076"/>
          <ac:picMkLst>
            <pc:docMk/>
            <pc:sldMk cId="207898966" sldId="280"/>
            <ac:picMk id="4" creationId="{58689AE9-512E-4412-AD30-8533AD837F5D}"/>
          </ac:picMkLst>
        </pc:picChg>
      </pc:sldChg>
      <pc:sldChg chg="addSp delSp modSp add">
        <pc:chgData name="" userId="d70b83f6f1e23693" providerId="LiveId" clId="{69643133-B62A-4E56-B5B0-B2DE61C671E2}" dt="2026-08-17T08:40:47.512" v="3179"/>
        <pc:sldMkLst>
          <pc:docMk/>
          <pc:sldMk cId="825240203" sldId="281"/>
        </pc:sldMkLst>
        <pc:picChg chg="del">
          <ac:chgData name="" userId="d70b83f6f1e23693" providerId="LiveId" clId="{69643133-B62A-4E56-B5B0-B2DE61C671E2}" dt="2026-08-17T08:26:23.491" v="3066" actId="478"/>
          <ac:picMkLst>
            <pc:docMk/>
            <pc:sldMk cId="825240203" sldId="281"/>
            <ac:picMk id="3" creationId="{8425B60A-9A20-4983-B7EF-468A61D7CB25}"/>
          </ac:picMkLst>
        </pc:picChg>
        <pc:picChg chg="add mod">
          <ac:chgData name="" userId="d70b83f6f1e23693" providerId="LiveId" clId="{69643133-B62A-4E56-B5B0-B2DE61C671E2}" dt="2026-08-17T08:31:08.801" v="3099" actId="14100"/>
          <ac:picMkLst>
            <pc:docMk/>
            <pc:sldMk cId="825240203" sldId="281"/>
            <ac:picMk id="4" creationId="{5845962C-72DB-48E1-9F13-CBAD9657DBF9}"/>
          </ac:picMkLst>
        </pc:picChg>
        <pc:inkChg chg="add">
          <ac:chgData name="" userId="d70b83f6f1e23693" providerId="LiveId" clId="{69643133-B62A-4E56-B5B0-B2DE61C671E2}" dt="2026-08-17T08:33:26.495" v="3104"/>
          <ac:inkMkLst>
            <pc:docMk/>
            <pc:sldMk cId="825240203" sldId="281"/>
            <ac:inkMk id="5" creationId="{B4BA3E52-9B57-4264-B600-46B848104A96}"/>
          </ac:inkMkLst>
        </pc:inkChg>
        <pc:inkChg chg="add del">
          <ac:chgData name="" userId="d70b83f6f1e23693" providerId="LiveId" clId="{69643133-B62A-4E56-B5B0-B2DE61C671E2}" dt="2026-08-17T08:39:09.328" v="3107"/>
          <ac:inkMkLst>
            <pc:docMk/>
            <pc:sldMk cId="825240203" sldId="281"/>
            <ac:inkMk id="6" creationId="{348AE518-D33E-47DE-AD5E-4984CB79B927}"/>
          </ac:inkMkLst>
        </pc:inkChg>
        <pc:inkChg chg="add del">
          <ac:chgData name="" userId="d70b83f6f1e23693" providerId="LiveId" clId="{69643133-B62A-4E56-B5B0-B2DE61C671E2}" dt="2026-08-17T08:39:09.328" v="3107"/>
          <ac:inkMkLst>
            <pc:docMk/>
            <pc:sldMk cId="825240203" sldId="281"/>
            <ac:inkMk id="7" creationId="{86F97EBC-D34E-4139-AB98-B5BCC882EECA}"/>
          </ac:inkMkLst>
        </pc:inkChg>
        <pc:inkChg chg="add">
          <ac:chgData name="" userId="d70b83f6f1e23693" providerId="LiveId" clId="{69643133-B62A-4E56-B5B0-B2DE61C671E2}" dt="2026-08-17T08:39:09.328" v="3107"/>
          <ac:inkMkLst>
            <pc:docMk/>
            <pc:sldMk cId="825240203" sldId="281"/>
            <ac:inkMk id="8" creationId="{0A98A5BF-CE68-41EA-9B72-23C3BAA3387D}"/>
          </ac:inkMkLst>
        </pc:inkChg>
        <pc:inkChg chg="add del">
          <ac:chgData name="" userId="d70b83f6f1e23693" providerId="LiveId" clId="{69643133-B62A-4E56-B5B0-B2DE61C671E2}" dt="2026-08-17T08:39:19.939" v="3111"/>
          <ac:inkMkLst>
            <pc:docMk/>
            <pc:sldMk cId="825240203" sldId="281"/>
            <ac:inkMk id="9" creationId="{DF7218DD-E8CA-4650-A24D-D75F958B8936}"/>
          </ac:inkMkLst>
        </pc:inkChg>
        <pc:inkChg chg="add del">
          <ac:chgData name="" userId="d70b83f6f1e23693" providerId="LiveId" clId="{69643133-B62A-4E56-B5B0-B2DE61C671E2}" dt="2026-08-17T08:39:19.939" v="3111"/>
          <ac:inkMkLst>
            <pc:docMk/>
            <pc:sldMk cId="825240203" sldId="281"/>
            <ac:inkMk id="10" creationId="{4563D8E8-9E6B-4CC5-94A3-6FB39B767684}"/>
          </ac:inkMkLst>
        </pc:inkChg>
        <pc:inkChg chg="add del">
          <ac:chgData name="" userId="d70b83f6f1e23693" providerId="LiveId" clId="{69643133-B62A-4E56-B5B0-B2DE61C671E2}" dt="2026-08-17T08:39:19.939" v="3111"/>
          <ac:inkMkLst>
            <pc:docMk/>
            <pc:sldMk cId="825240203" sldId="281"/>
            <ac:inkMk id="11" creationId="{FFFCB95C-BC4E-42F8-8FAA-658701AE9247}"/>
          </ac:inkMkLst>
        </pc:inkChg>
        <pc:inkChg chg="add">
          <ac:chgData name="" userId="d70b83f6f1e23693" providerId="LiveId" clId="{69643133-B62A-4E56-B5B0-B2DE61C671E2}" dt="2026-08-17T08:39:19.939" v="3111"/>
          <ac:inkMkLst>
            <pc:docMk/>
            <pc:sldMk cId="825240203" sldId="281"/>
            <ac:inkMk id="12" creationId="{348F1F63-A828-4B9E-AFDC-80C26CBB4281}"/>
          </ac:inkMkLst>
        </pc:inkChg>
        <pc:inkChg chg="add del">
          <ac:chgData name="" userId="d70b83f6f1e23693" providerId="LiveId" clId="{69643133-B62A-4E56-B5B0-B2DE61C671E2}" dt="2026-08-17T08:39:47.330" v="3114"/>
          <ac:inkMkLst>
            <pc:docMk/>
            <pc:sldMk cId="825240203" sldId="281"/>
            <ac:inkMk id="13" creationId="{F2954454-ABF2-4553-9B7B-9342732D5DB0}"/>
          </ac:inkMkLst>
        </pc:inkChg>
        <pc:inkChg chg="add del">
          <ac:chgData name="" userId="d70b83f6f1e23693" providerId="LiveId" clId="{69643133-B62A-4E56-B5B0-B2DE61C671E2}" dt="2026-08-17T08:39:47.330" v="3114"/>
          <ac:inkMkLst>
            <pc:docMk/>
            <pc:sldMk cId="825240203" sldId="281"/>
            <ac:inkMk id="14" creationId="{FA712702-CFE2-49C9-B4AB-605947F55676}"/>
          </ac:inkMkLst>
        </pc:inkChg>
        <pc:inkChg chg="add del">
          <ac:chgData name="" userId="d70b83f6f1e23693" providerId="LiveId" clId="{69643133-B62A-4E56-B5B0-B2DE61C671E2}" dt="2026-08-17T08:39:49.812" v="3117"/>
          <ac:inkMkLst>
            <pc:docMk/>
            <pc:sldMk cId="825240203" sldId="281"/>
            <ac:inkMk id="15" creationId="{450A38EC-0D84-4E6F-AD0D-531BAA1E6675}"/>
          </ac:inkMkLst>
        </pc:inkChg>
        <pc:inkChg chg="add del">
          <ac:chgData name="" userId="d70b83f6f1e23693" providerId="LiveId" clId="{69643133-B62A-4E56-B5B0-B2DE61C671E2}" dt="2026-08-17T08:39:49.812" v="3117"/>
          <ac:inkMkLst>
            <pc:docMk/>
            <pc:sldMk cId="825240203" sldId="281"/>
            <ac:inkMk id="16" creationId="{3FE8D8F8-FDF5-43D4-9D27-09C25CF80C3B}"/>
          </ac:inkMkLst>
        </pc:inkChg>
        <pc:inkChg chg="add del">
          <ac:chgData name="" userId="d70b83f6f1e23693" providerId="LiveId" clId="{69643133-B62A-4E56-B5B0-B2DE61C671E2}" dt="2026-08-17T08:39:49.812" v="3117"/>
          <ac:inkMkLst>
            <pc:docMk/>
            <pc:sldMk cId="825240203" sldId="281"/>
            <ac:inkMk id="17" creationId="{1DB2BFE6-8710-45FC-9544-C74CAB6C5768}"/>
          </ac:inkMkLst>
        </pc:inkChg>
        <pc:inkChg chg="add del">
          <ac:chgData name="" userId="d70b83f6f1e23693" providerId="LiveId" clId="{69643133-B62A-4E56-B5B0-B2DE61C671E2}" dt="2026-08-17T08:39:51.762" v="3120"/>
          <ac:inkMkLst>
            <pc:docMk/>
            <pc:sldMk cId="825240203" sldId="281"/>
            <ac:inkMk id="18" creationId="{C4A7E637-ECC2-49A6-9D3F-B7801DEF430E}"/>
          </ac:inkMkLst>
        </pc:inkChg>
        <pc:inkChg chg="add del">
          <ac:chgData name="" userId="d70b83f6f1e23693" providerId="LiveId" clId="{69643133-B62A-4E56-B5B0-B2DE61C671E2}" dt="2026-08-17T08:39:51.762" v="3120"/>
          <ac:inkMkLst>
            <pc:docMk/>
            <pc:sldMk cId="825240203" sldId="281"/>
            <ac:inkMk id="19" creationId="{C71C3B20-9493-4940-B887-ECF9A4168412}"/>
          </ac:inkMkLst>
        </pc:inkChg>
        <pc:inkChg chg="add del">
          <ac:chgData name="" userId="d70b83f6f1e23693" providerId="LiveId" clId="{69643133-B62A-4E56-B5B0-B2DE61C671E2}" dt="2026-08-17T08:39:51.762" v="3120"/>
          <ac:inkMkLst>
            <pc:docMk/>
            <pc:sldMk cId="825240203" sldId="281"/>
            <ac:inkMk id="20" creationId="{B6C54887-C4CC-4110-B5E9-5996C7B0856E}"/>
          </ac:inkMkLst>
        </pc:inkChg>
        <pc:inkChg chg="add">
          <ac:chgData name="" userId="d70b83f6f1e23693" providerId="LiveId" clId="{69643133-B62A-4E56-B5B0-B2DE61C671E2}" dt="2026-08-17T08:39:51.762" v="3120"/>
          <ac:inkMkLst>
            <pc:docMk/>
            <pc:sldMk cId="825240203" sldId="281"/>
            <ac:inkMk id="21" creationId="{6CD79A44-EC94-44C8-B4FA-CA608C9D9E2D}"/>
          </ac:inkMkLst>
        </pc:inkChg>
        <pc:inkChg chg="add">
          <ac:chgData name="" userId="d70b83f6f1e23693" providerId="LiveId" clId="{69643133-B62A-4E56-B5B0-B2DE61C671E2}" dt="2026-08-17T08:39:53.183" v="3121"/>
          <ac:inkMkLst>
            <pc:docMk/>
            <pc:sldMk cId="825240203" sldId="281"/>
            <ac:inkMk id="22" creationId="{E8528B58-94AB-4572-94B5-CD7337EB47A0}"/>
          </ac:inkMkLst>
        </pc:inkChg>
        <pc:inkChg chg="add del">
          <ac:chgData name="" userId="d70b83f6f1e23693" providerId="LiveId" clId="{69643133-B62A-4E56-B5B0-B2DE61C671E2}" dt="2026-08-17T08:39:56.142" v="3124"/>
          <ac:inkMkLst>
            <pc:docMk/>
            <pc:sldMk cId="825240203" sldId="281"/>
            <ac:inkMk id="23" creationId="{5A02321E-40EE-4298-B01A-F1882CCDBCEE}"/>
          </ac:inkMkLst>
        </pc:inkChg>
        <pc:inkChg chg="add del">
          <ac:chgData name="" userId="d70b83f6f1e23693" providerId="LiveId" clId="{69643133-B62A-4E56-B5B0-B2DE61C671E2}" dt="2026-08-17T08:39:56.142" v="3124"/>
          <ac:inkMkLst>
            <pc:docMk/>
            <pc:sldMk cId="825240203" sldId="281"/>
            <ac:inkMk id="24" creationId="{07167FA1-98F7-4D33-A679-F779F2D070F6}"/>
          </ac:inkMkLst>
        </pc:inkChg>
        <pc:inkChg chg="add del">
          <ac:chgData name="" userId="d70b83f6f1e23693" providerId="LiveId" clId="{69643133-B62A-4E56-B5B0-B2DE61C671E2}" dt="2026-08-17T08:39:57.693" v="3126"/>
          <ac:inkMkLst>
            <pc:docMk/>
            <pc:sldMk cId="825240203" sldId="281"/>
            <ac:inkMk id="25" creationId="{98D139DD-9935-465D-8264-AD749EFC52E1}"/>
          </ac:inkMkLst>
        </pc:inkChg>
        <pc:inkChg chg="add del">
          <ac:chgData name="" userId="d70b83f6f1e23693" providerId="LiveId" clId="{69643133-B62A-4E56-B5B0-B2DE61C671E2}" dt="2026-08-17T08:39:57.693" v="3126"/>
          <ac:inkMkLst>
            <pc:docMk/>
            <pc:sldMk cId="825240203" sldId="281"/>
            <ac:inkMk id="26" creationId="{B8558D32-8F25-41F7-894F-599903E16D4E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27" creationId="{3AD9B8DC-94B8-42B5-B42F-34E6279D3B80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28" creationId="{F5809702-EF6C-4857-BB92-798EA14269CA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29" creationId="{22B4ADE5-7277-490F-863C-EEAB88E2C79E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30" creationId="{AF166F18-98E4-41DF-831F-5C369B974ED7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31" creationId="{74C624EC-D2DB-4BEA-A54A-6FD5199A109B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32" creationId="{CB4446A7-3E53-4980-9519-88399F538D5C}"/>
          </ac:inkMkLst>
        </pc:inkChg>
        <pc:inkChg chg="add del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33" creationId="{75DB4E46-D12C-45A8-BB05-7FE60A81BD30}"/>
          </ac:inkMkLst>
        </pc:inkChg>
        <pc:inkChg chg="add">
          <ac:chgData name="" userId="d70b83f6f1e23693" providerId="LiveId" clId="{69643133-B62A-4E56-B5B0-B2DE61C671E2}" dt="2026-08-17T08:40:04.440" v="3133"/>
          <ac:inkMkLst>
            <pc:docMk/>
            <pc:sldMk cId="825240203" sldId="281"/>
            <ac:inkMk id="34" creationId="{0DCE7E6F-DD81-4294-A747-C9D6DB1C38DD}"/>
          </ac:inkMkLst>
        </pc:inkChg>
        <pc:inkChg chg="add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35" creationId="{BAA6D353-F491-474B-8409-4CB9C638EE06}"/>
          </ac:inkMkLst>
        </pc:inkChg>
        <pc:inkChg chg="add">
          <ac:chgData name="" userId="d70b83f6f1e23693" providerId="LiveId" clId="{69643133-B62A-4E56-B5B0-B2DE61C671E2}" dt="2026-08-17T08:40:05.154" v="3134"/>
          <ac:inkMkLst>
            <pc:docMk/>
            <pc:sldMk cId="825240203" sldId="281"/>
            <ac:inkMk id="36" creationId="{EC772431-8C03-4202-9132-78B67D05A7BD}"/>
          </ac:inkMkLst>
        </pc:inkChg>
        <pc:inkChg chg="add del">
          <ac:chgData name="" userId="d70b83f6f1e23693" providerId="LiveId" clId="{69643133-B62A-4E56-B5B0-B2DE61C671E2}" dt="2026-08-17T08:40:07.605" v="3137"/>
          <ac:inkMkLst>
            <pc:docMk/>
            <pc:sldMk cId="825240203" sldId="281"/>
            <ac:inkMk id="37" creationId="{9788FE23-367F-4721-A561-BED47D9A8DCE}"/>
          </ac:inkMkLst>
        </pc:inkChg>
        <pc:inkChg chg="add del">
          <ac:chgData name="" userId="d70b83f6f1e23693" providerId="LiveId" clId="{69643133-B62A-4E56-B5B0-B2DE61C671E2}" dt="2026-08-17T08:40:07.605" v="3137"/>
          <ac:inkMkLst>
            <pc:docMk/>
            <pc:sldMk cId="825240203" sldId="281"/>
            <ac:inkMk id="38" creationId="{8AB845CD-37B4-4492-8D4C-5ABB6C3D5227}"/>
          </ac:inkMkLst>
        </pc:inkChg>
        <pc:inkChg chg="add">
          <ac:chgData name="" userId="d70b83f6f1e23693" providerId="LiveId" clId="{69643133-B62A-4E56-B5B0-B2DE61C671E2}" dt="2026-08-17T08:40:07.605" v="3137"/>
          <ac:inkMkLst>
            <pc:docMk/>
            <pc:sldMk cId="825240203" sldId="281"/>
            <ac:inkMk id="39" creationId="{2DB7B343-A93B-487F-B0FD-0CE92B0B8158}"/>
          </ac:inkMkLst>
        </pc:inkChg>
        <pc:inkChg chg="add del">
          <ac:chgData name="" userId="d70b83f6f1e23693" providerId="LiveId" clId="{69643133-B62A-4E56-B5B0-B2DE61C671E2}" dt="2026-08-17T08:40:11.058" v="3142"/>
          <ac:inkMkLst>
            <pc:docMk/>
            <pc:sldMk cId="825240203" sldId="281"/>
            <ac:inkMk id="40" creationId="{00D8B363-462E-43EF-B0A9-0365080D1F7D}"/>
          </ac:inkMkLst>
        </pc:inkChg>
        <pc:inkChg chg="add del">
          <ac:chgData name="" userId="d70b83f6f1e23693" providerId="LiveId" clId="{69643133-B62A-4E56-B5B0-B2DE61C671E2}" dt="2026-08-17T08:40:11.058" v="3142"/>
          <ac:inkMkLst>
            <pc:docMk/>
            <pc:sldMk cId="825240203" sldId="281"/>
            <ac:inkMk id="41" creationId="{18FD77A8-2994-45A7-8B60-C6C7E890BECB}"/>
          </ac:inkMkLst>
        </pc:inkChg>
        <pc:inkChg chg="add del">
          <ac:chgData name="" userId="d70b83f6f1e23693" providerId="LiveId" clId="{69643133-B62A-4E56-B5B0-B2DE61C671E2}" dt="2026-08-17T08:40:11.058" v="3142"/>
          <ac:inkMkLst>
            <pc:docMk/>
            <pc:sldMk cId="825240203" sldId="281"/>
            <ac:inkMk id="42" creationId="{E1BACAC7-5E6E-4BD0-9B01-9B6FFE472CF3}"/>
          </ac:inkMkLst>
        </pc:inkChg>
        <pc:inkChg chg="add del">
          <ac:chgData name="" userId="d70b83f6f1e23693" providerId="LiveId" clId="{69643133-B62A-4E56-B5B0-B2DE61C671E2}" dt="2026-08-17T08:40:11.058" v="3142"/>
          <ac:inkMkLst>
            <pc:docMk/>
            <pc:sldMk cId="825240203" sldId="281"/>
            <ac:inkMk id="43" creationId="{103B969D-EC7A-4663-A1D0-7CF049973CC3}"/>
          </ac:inkMkLst>
        </pc:inkChg>
        <pc:inkChg chg="add">
          <ac:chgData name="" userId="d70b83f6f1e23693" providerId="LiveId" clId="{69643133-B62A-4E56-B5B0-B2DE61C671E2}" dt="2026-08-17T08:40:11.058" v="3142"/>
          <ac:inkMkLst>
            <pc:docMk/>
            <pc:sldMk cId="825240203" sldId="281"/>
            <ac:inkMk id="44" creationId="{F7BD1E03-E578-4427-85A2-761BE9CB08B8}"/>
          </ac:inkMkLst>
        </pc:inkChg>
        <pc:inkChg chg="add">
          <ac:chgData name="" userId="d70b83f6f1e23693" providerId="LiveId" clId="{69643133-B62A-4E56-B5B0-B2DE61C671E2}" dt="2026-08-17T08:40:12.090" v="3143"/>
          <ac:inkMkLst>
            <pc:docMk/>
            <pc:sldMk cId="825240203" sldId="281"/>
            <ac:inkMk id="45" creationId="{AFDD54CC-2A7A-48EF-A71B-9D49225EE043}"/>
          </ac:inkMkLst>
        </pc:inkChg>
        <pc:inkChg chg="add del">
          <ac:chgData name="" userId="d70b83f6f1e23693" providerId="LiveId" clId="{69643133-B62A-4E56-B5B0-B2DE61C671E2}" dt="2026-08-17T08:40:17.540" v="3149"/>
          <ac:inkMkLst>
            <pc:docMk/>
            <pc:sldMk cId="825240203" sldId="281"/>
            <ac:inkMk id="46" creationId="{90EF3153-5EB3-42E9-AB14-DCA48C039AB4}"/>
          </ac:inkMkLst>
        </pc:inkChg>
        <pc:inkChg chg="add del">
          <ac:chgData name="" userId="d70b83f6f1e23693" providerId="LiveId" clId="{69643133-B62A-4E56-B5B0-B2DE61C671E2}" dt="2026-08-17T08:40:17.540" v="3149"/>
          <ac:inkMkLst>
            <pc:docMk/>
            <pc:sldMk cId="825240203" sldId="281"/>
            <ac:inkMk id="47" creationId="{970B2DF8-7766-4628-9CC4-04954A367F05}"/>
          </ac:inkMkLst>
        </pc:inkChg>
        <pc:inkChg chg="add del">
          <ac:chgData name="" userId="d70b83f6f1e23693" providerId="LiveId" clId="{69643133-B62A-4E56-B5B0-B2DE61C671E2}" dt="2026-08-17T08:40:17.540" v="3149"/>
          <ac:inkMkLst>
            <pc:docMk/>
            <pc:sldMk cId="825240203" sldId="281"/>
            <ac:inkMk id="48" creationId="{1498B884-8421-4024-8348-5CF6BFBEBF34}"/>
          </ac:inkMkLst>
        </pc:inkChg>
        <pc:inkChg chg="add del">
          <ac:chgData name="" userId="d70b83f6f1e23693" providerId="LiveId" clId="{69643133-B62A-4E56-B5B0-B2DE61C671E2}" dt="2026-08-17T08:40:17.540" v="3149"/>
          <ac:inkMkLst>
            <pc:docMk/>
            <pc:sldMk cId="825240203" sldId="281"/>
            <ac:inkMk id="49" creationId="{94CFC79C-4F0A-4128-9F57-F2F39177DB5E}"/>
          </ac:inkMkLst>
        </pc:inkChg>
        <pc:inkChg chg="add del">
          <ac:chgData name="" userId="d70b83f6f1e23693" providerId="LiveId" clId="{69643133-B62A-4E56-B5B0-B2DE61C671E2}" dt="2026-08-17T08:40:17.540" v="3149"/>
          <ac:inkMkLst>
            <pc:docMk/>
            <pc:sldMk cId="825240203" sldId="281"/>
            <ac:inkMk id="50" creationId="{FDAB2263-E78A-40A0-999D-834359775BD5}"/>
          </ac:inkMkLst>
        </pc:inkChg>
        <pc:inkChg chg="add del">
          <ac:chgData name="" userId="d70b83f6f1e23693" providerId="LiveId" clId="{69643133-B62A-4E56-B5B0-B2DE61C671E2}" dt="2026-08-17T08:40:19.505" v="3152"/>
          <ac:inkMkLst>
            <pc:docMk/>
            <pc:sldMk cId="825240203" sldId="281"/>
            <ac:inkMk id="51" creationId="{FF52F616-7C09-4C75-B78C-06596EFF79B4}"/>
          </ac:inkMkLst>
        </pc:inkChg>
        <pc:inkChg chg="add del">
          <ac:chgData name="" userId="d70b83f6f1e23693" providerId="LiveId" clId="{69643133-B62A-4E56-B5B0-B2DE61C671E2}" dt="2026-08-17T08:40:19.505" v="3152"/>
          <ac:inkMkLst>
            <pc:docMk/>
            <pc:sldMk cId="825240203" sldId="281"/>
            <ac:inkMk id="52" creationId="{CB8B7F3C-2701-42F3-8066-91967B4C86AF}"/>
          </ac:inkMkLst>
        </pc:inkChg>
        <pc:inkChg chg="add del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53" creationId="{8AC75E59-142D-4351-B52D-C287CEB1ECAF}"/>
          </ac:inkMkLst>
        </pc:inkChg>
        <pc:inkChg chg="add">
          <ac:chgData name="" userId="d70b83f6f1e23693" providerId="LiveId" clId="{69643133-B62A-4E56-B5B0-B2DE61C671E2}" dt="2026-08-17T08:40:19.505" v="3152"/>
          <ac:inkMkLst>
            <pc:docMk/>
            <pc:sldMk cId="825240203" sldId="281"/>
            <ac:inkMk id="54" creationId="{EE890C52-4460-465D-BCA4-B7369FF1208C}"/>
          </ac:inkMkLst>
        </pc:inkChg>
        <pc:inkChg chg="add del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55" creationId="{3B38595F-D2C7-4A4B-8D0C-BF78088150FD}"/>
          </ac:inkMkLst>
        </pc:inkChg>
        <pc:inkChg chg="add del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56" creationId="{9F2C1D1C-AC97-43BA-ACD3-8E6CCD8CC359}"/>
          </ac:inkMkLst>
        </pc:inkChg>
        <pc:inkChg chg="add del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57" creationId="{16819AB6-C7DA-44F8-8BB7-3CEF291FFFC8}"/>
          </ac:inkMkLst>
        </pc:inkChg>
        <pc:inkChg chg="add del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58" creationId="{A10F6098-D55F-4E69-9D61-E5D215F30D30}"/>
          </ac:inkMkLst>
        </pc:inkChg>
        <pc:inkChg chg="add del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59" creationId="{AE953612-9F4D-4800-9A34-D9A2C366311D}"/>
          </ac:inkMkLst>
        </pc:inkChg>
        <pc:inkChg chg="add">
          <ac:chgData name="" userId="d70b83f6f1e23693" providerId="LiveId" clId="{69643133-B62A-4E56-B5B0-B2DE61C671E2}" dt="2026-08-17T08:40:24.041" v="3158"/>
          <ac:inkMkLst>
            <pc:docMk/>
            <pc:sldMk cId="825240203" sldId="281"/>
            <ac:inkMk id="60" creationId="{9DC50CB9-6057-4C61-A6A7-F1575C1C75E9}"/>
          </ac:inkMkLst>
        </pc:inkChg>
        <pc:inkChg chg="add del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1" creationId="{20235F07-2E52-4EDA-9998-750ADB58C6A7}"/>
          </ac:inkMkLst>
        </pc:inkChg>
        <pc:inkChg chg="add del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2" creationId="{4188BFE5-CD1C-4A38-ABAC-E657FFA2CF6A}"/>
          </ac:inkMkLst>
        </pc:inkChg>
        <pc:inkChg chg="add del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3" creationId="{DCA2CBDE-D1EC-4B43-8396-4EC791FBAE59}"/>
          </ac:inkMkLst>
        </pc:inkChg>
        <pc:inkChg chg="add del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4" creationId="{C05893DE-2771-450E-90A0-5F736990F84B}"/>
          </ac:inkMkLst>
        </pc:inkChg>
        <pc:inkChg chg="add del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5" creationId="{00DF785B-66A9-4ED2-BC4E-2A073E522F5A}"/>
          </ac:inkMkLst>
        </pc:inkChg>
        <pc:inkChg chg="add del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6" creationId="{EDA547CF-0FEB-4888-A0B9-4A0D1052BFC2}"/>
          </ac:inkMkLst>
        </pc:inkChg>
        <pc:inkChg chg="add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7" creationId="{B56100D1-EB60-44DD-A1BF-1F7DFFFF7B35}"/>
          </ac:inkMkLst>
        </pc:inkChg>
        <pc:inkChg chg="add">
          <ac:chgData name="" userId="d70b83f6f1e23693" providerId="LiveId" clId="{69643133-B62A-4E56-B5B0-B2DE61C671E2}" dt="2026-08-17T08:40:29.886" v="3165"/>
          <ac:inkMkLst>
            <pc:docMk/>
            <pc:sldMk cId="825240203" sldId="281"/>
            <ac:inkMk id="68" creationId="{72C9EAD5-38E3-4247-B7F1-45A28FD6C0EA}"/>
          </ac:inkMkLst>
        </pc:inkChg>
        <pc:inkChg chg="add del">
          <ac:chgData name="" userId="d70b83f6f1e23693" providerId="LiveId" clId="{69643133-B62A-4E56-B5B0-B2DE61C671E2}" dt="2026-08-17T08:40:33.681" v="3169"/>
          <ac:inkMkLst>
            <pc:docMk/>
            <pc:sldMk cId="825240203" sldId="281"/>
            <ac:inkMk id="69" creationId="{B75FC239-6911-41A9-BDA4-EDCE5A737C97}"/>
          </ac:inkMkLst>
        </pc:inkChg>
        <pc:inkChg chg="add del">
          <ac:chgData name="" userId="d70b83f6f1e23693" providerId="LiveId" clId="{69643133-B62A-4E56-B5B0-B2DE61C671E2}" dt="2026-08-17T08:40:33.681" v="3169"/>
          <ac:inkMkLst>
            <pc:docMk/>
            <pc:sldMk cId="825240203" sldId="281"/>
            <ac:inkMk id="70" creationId="{3A0C380C-0C58-47E6-ACDC-E2BEE9270F6C}"/>
          </ac:inkMkLst>
        </pc:inkChg>
        <pc:inkChg chg="add del">
          <ac:chgData name="" userId="d70b83f6f1e23693" providerId="LiveId" clId="{69643133-B62A-4E56-B5B0-B2DE61C671E2}" dt="2026-08-17T08:40:33.681" v="3169"/>
          <ac:inkMkLst>
            <pc:docMk/>
            <pc:sldMk cId="825240203" sldId="281"/>
            <ac:inkMk id="71" creationId="{88D82C45-69E1-4AF7-BD57-A2C659EC313A}"/>
          </ac:inkMkLst>
        </pc:inkChg>
        <pc:inkChg chg="add">
          <ac:chgData name="" userId="d70b83f6f1e23693" providerId="LiveId" clId="{69643133-B62A-4E56-B5B0-B2DE61C671E2}" dt="2026-08-17T08:40:33.681" v="3169"/>
          <ac:inkMkLst>
            <pc:docMk/>
            <pc:sldMk cId="825240203" sldId="281"/>
            <ac:inkMk id="72" creationId="{4A4FF224-8C54-42F0-B60C-0DBAA0C5E765}"/>
          </ac:inkMkLst>
        </pc:inkChg>
        <pc:inkChg chg="add del">
          <ac:chgData name="" userId="d70b83f6f1e23693" providerId="LiveId" clId="{69643133-B62A-4E56-B5B0-B2DE61C671E2}" dt="2026-08-17T08:40:37.556" v="3173"/>
          <ac:inkMkLst>
            <pc:docMk/>
            <pc:sldMk cId="825240203" sldId="281"/>
            <ac:inkMk id="73" creationId="{4F0644F2-96DF-4C94-876C-2E54F7C8789F}"/>
          </ac:inkMkLst>
        </pc:inkChg>
        <pc:inkChg chg="add del">
          <ac:chgData name="" userId="d70b83f6f1e23693" providerId="LiveId" clId="{69643133-B62A-4E56-B5B0-B2DE61C671E2}" dt="2026-08-17T08:40:37.556" v="3173"/>
          <ac:inkMkLst>
            <pc:docMk/>
            <pc:sldMk cId="825240203" sldId="281"/>
            <ac:inkMk id="74" creationId="{22E7BD7C-FDB4-4624-B6BD-921ED2461D89}"/>
          </ac:inkMkLst>
        </pc:inkChg>
        <pc:inkChg chg="add del">
          <ac:chgData name="" userId="d70b83f6f1e23693" providerId="LiveId" clId="{69643133-B62A-4E56-B5B0-B2DE61C671E2}" dt="2026-08-17T08:40:40.041" v="3177"/>
          <ac:inkMkLst>
            <pc:docMk/>
            <pc:sldMk cId="825240203" sldId="281"/>
            <ac:inkMk id="75" creationId="{6E2B3D7B-4C0C-4993-8086-2FE84FB07DD0}"/>
          </ac:inkMkLst>
        </pc:inkChg>
        <pc:inkChg chg="add del">
          <ac:chgData name="" userId="d70b83f6f1e23693" providerId="LiveId" clId="{69643133-B62A-4E56-B5B0-B2DE61C671E2}" dt="2026-08-17T08:40:40.041" v="3177"/>
          <ac:inkMkLst>
            <pc:docMk/>
            <pc:sldMk cId="825240203" sldId="281"/>
            <ac:inkMk id="76" creationId="{6E62A1EC-10E5-48FE-8375-616FC3A870DC}"/>
          </ac:inkMkLst>
        </pc:inkChg>
        <pc:inkChg chg="add del">
          <ac:chgData name="" userId="d70b83f6f1e23693" providerId="LiveId" clId="{69643133-B62A-4E56-B5B0-B2DE61C671E2}" dt="2026-08-17T08:40:40.041" v="3177"/>
          <ac:inkMkLst>
            <pc:docMk/>
            <pc:sldMk cId="825240203" sldId="281"/>
            <ac:inkMk id="77" creationId="{47A3E146-6B24-48BA-AAB4-2F9E6D2EB482}"/>
          </ac:inkMkLst>
        </pc:inkChg>
        <pc:inkChg chg="add del">
          <ac:chgData name="" userId="d70b83f6f1e23693" providerId="LiveId" clId="{69643133-B62A-4E56-B5B0-B2DE61C671E2}" dt="2026-08-17T08:40:40.041" v="3177"/>
          <ac:inkMkLst>
            <pc:docMk/>
            <pc:sldMk cId="825240203" sldId="281"/>
            <ac:inkMk id="78" creationId="{F8D4F1EF-FA7C-4EC9-B05A-CA85DD4DAF9E}"/>
          </ac:inkMkLst>
        </pc:inkChg>
        <pc:inkChg chg="add del">
          <ac:chgData name="" userId="d70b83f6f1e23693" providerId="LiveId" clId="{69643133-B62A-4E56-B5B0-B2DE61C671E2}" dt="2026-08-17T08:40:40.041" v="3177"/>
          <ac:inkMkLst>
            <pc:docMk/>
            <pc:sldMk cId="825240203" sldId="281"/>
            <ac:inkMk id="79" creationId="{C5B18FD2-BC15-4BF2-9CA1-FEFF2005C523}"/>
          </ac:inkMkLst>
        </pc:inkChg>
        <pc:inkChg chg="add">
          <ac:chgData name="" userId="d70b83f6f1e23693" providerId="LiveId" clId="{69643133-B62A-4E56-B5B0-B2DE61C671E2}" dt="2026-08-17T08:40:40.041" v="3177"/>
          <ac:inkMkLst>
            <pc:docMk/>
            <pc:sldMk cId="825240203" sldId="281"/>
            <ac:inkMk id="80" creationId="{CB9E860B-841E-4B61-B426-9B8915040944}"/>
          </ac:inkMkLst>
        </pc:inkChg>
        <pc:inkChg chg="add">
          <ac:chgData name="" userId="d70b83f6f1e23693" providerId="LiveId" clId="{69643133-B62A-4E56-B5B0-B2DE61C671E2}" dt="2026-08-17T08:40:44.834" v="3178"/>
          <ac:inkMkLst>
            <pc:docMk/>
            <pc:sldMk cId="825240203" sldId="281"/>
            <ac:inkMk id="81" creationId="{F3CCFC5E-EC4A-4CAA-928E-8A811ECBB7FD}"/>
          </ac:inkMkLst>
        </pc:inkChg>
        <pc:inkChg chg="add">
          <ac:chgData name="" userId="d70b83f6f1e23693" providerId="LiveId" clId="{69643133-B62A-4E56-B5B0-B2DE61C671E2}" dt="2026-08-17T08:40:47.512" v="3179"/>
          <ac:inkMkLst>
            <pc:docMk/>
            <pc:sldMk cId="825240203" sldId="281"/>
            <ac:inkMk id="82" creationId="{B134ECAC-DEB2-43AC-A76D-72DAB3DF6A66}"/>
          </ac:inkMkLst>
        </pc:inkChg>
      </pc:sldChg>
      <pc:sldChg chg="addSp delSp modSp add ord">
        <pc:chgData name="" userId="d70b83f6f1e23693" providerId="LiveId" clId="{69643133-B62A-4E56-B5B0-B2DE61C671E2}" dt="2026-08-18T01:01:16.640" v="4143" actId="14100"/>
        <pc:sldMkLst>
          <pc:docMk/>
          <pc:sldMk cId="3222310754" sldId="282"/>
        </pc:sldMkLst>
        <pc:spChg chg="add mod">
          <ac:chgData name="" userId="d70b83f6f1e23693" providerId="LiveId" clId="{69643133-B62A-4E56-B5B0-B2DE61C671E2}" dt="2026-08-18T00:59:43.107" v="3986" actId="6549"/>
          <ac:spMkLst>
            <pc:docMk/>
            <pc:sldMk cId="3222310754" sldId="282"/>
            <ac:spMk id="11" creationId="{A9215165-0683-479D-B38C-2E733B9980C1}"/>
          </ac:spMkLst>
        </pc:spChg>
        <pc:spChg chg="add mod">
          <ac:chgData name="" userId="d70b83f6f1e23693" providerId="LiveId" clId="{69643133-B62A-4E56-B5B0-B2DE61C671E2}" dt="2026-08-18T01:01:16.640" v="4143" actId="14100"/>
          <ac:spMkLst>
            <pc:docMk/>
            <pc:sldMk cId="3222310754" sldId="282"/>
            <ac:spMk id="12" creationId="{E39EA65D-E4D7-42C2-BAFE-058921B40869}"/>
          </ac:spMkLst>
        </pc:spChg>
        <pc:picChg chg="del">
          <ac:chgData name="" userId="d70b83f6f1e23693" providerId="LiveId" clId="{69643133-B62A-4E56-B5B0-B2DE61C671E2}" dt="2026-08-17T08:26:30.330" v="3067" actId="478"/>
          <ac:picMkLst>
            <pc:docMk/>
            <pc:sldMk cId="3222310754" sldId="282"/>
            <ac:picMk id="3" creationId="{8425B60A-9A20-4983-B7EF-468A61D7CB25}"/>
          </ac:picMkLst>
        </pc:picChg>
        <pc:picChg chg="add mod modCrop">
          <ac:chgData name="" userId="d70b83f6f1e23693" providerId="LiveId" clId="{69643133-B62A-4E56-B5B0-B2DE61C671E2}" dt="2026-08-17T08:49:20.437" v="3231" actId="14100"/>
          <ac:picMkLst>
            <pc:docMk/>
            <pc:sldMk cId="3222310754" sldId="282"/>
            <ac:picMk id="4" creationId="{7AFBF24E-F6F0-4CAD-A58F-E6C1AF5B9529}"/>
          </ac:picMkLst>
        </pc:picChg>
        <pc:picChg chg="add mod">
          <ac:chgData name="" userId="d70b83f6f1e23693" providerId="LiveId" clId="{69643133-B62A-4E56-B5B0-B2DE61C671E2}" dt="2026-08-17T09:09:29.148" v="3306" actId="1076"/>
          <ac:picMkLst>
            <pc:docMk/>
            <pc:sldMk cId="3222310754" sldId="282"/>
            <ac:picMk id="5" creationId="{A94EEA9E-8E77-418E-AADC-06E9D6FB811D}"/>
          </ac:picMkLst>
        </pc:picChg>
        <pc:inkChg chg="add">
          <ac:chgData name="" userId="d70b83f6f1e23693" providerId="LiveId" clId="{69643133-B62A-4E56-B5B0-B2DE61C671E2}" dt="2026-08-17T09:09:38.449" v="3307"/>
          <ac:inkMkLst>
            <pc:docMk/>
            <pc:sldMk cId="3222310754" sldId="282"/>
            <ac:inkMk id="6" creationId="{49F0E3ED-3C99-4B2C-BE2E-CF404115EDC2}"/>
          </ac:inkMkLst>
        </pc:inkChg>
        <pc:inkChg chg="add del">
          <ac:chgData name="" userId="d70b83f6f1e23693" providerId="LiveId" clId="{69643133-B62A-4E56-B5B0-B2DE61C671E2}" dt="2026-08-17T09:09:57.147" v="3310"/>
          <ac:inkMkLst>
            <pc:docMk/>
            <pc:sldMk cId="3222310754" sldId="282"/>
            <ac:inkMk id="7" creationId="{3788BC11-495E-4BCF-AA19-75229EA4E2CB}"/>
          </ac:inkMkLst>
        </pc:inkChg>
        <pc:inkChg chg="add del">
          <ac:chgData name="" userId="d70b83f6f1e23693" providerId="LiveId" clId="{69643133-B62A-4E56-B5B0-B2DE61C671E2}" dt="2026-08-17T09:09:57.147" v="3310"/>
          <ac:inkMkLst>
            <pc:docMk/>
            <pc:sldMk cId="3222310754" sldId="282"/>
            <ac:inkMk id="8" creationId="{F7B8EA9F-9FDE-478A-A81A-02B691F76408}"/>
          </ac:inkMkLst>
        </pc:inkChg>
        <pc:inkChg chg="add">
          <ac:chgData name="" userId="d70b83f6f1e23693" providerId="LiveId" clId="{69643133-B62A-4E56-B5B0-B2DE61C671E2}" dt="2026-08-17T09:09:57.147" v="3310"/>
          <ac:inkMkLst>
            <pc:docMk/>
            <pc:sldMk cId="3222310754" sldId="282"/>
            <ac:inkMk id="9" creationId="{711BA069-3242-46C0-81A6-D789BEA980E4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0" creationId="{B1989FD9-E841-4337-8167-D029F3C4856C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1" creationId="{3AEDC645-9297-4CEF-AAD7-0726C86FFBB8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2" creationId="{1391D6C9-4EB3-4CBE-AB48-367607ABC43E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3" creationId="{C71CD6B4-BD03-4FCB-A065-808F9B2C8454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4" creationId="{FF2443B4-0225-445D-99A8-FA782AA140DE}"/>
          </ac:inkMkLst>
        </pc:inkChg>
        <pc:inkChg chg="add del">
          <ac:chgData name="" userId="d70b83f6f1e23693" providerId="LiveId" clId="{69643133-B62A-4E56-B5B0-B2DE61C671E2}" dt="2026-08-18T00:56:56.462" v="3865" actId="478"/>
          <ac:inkMkLst>
            <pc:docMk/>
            <pc:sldMk cId="3222310754" sldId="282"/>
            <ac:inkMk id="15" creationId="{B157A77A-97C1-43FE-96FB-32EE60BC1AD8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6" creationId="{BE64AF5A-7C37-4D18-85C7-9CA01C1D29A3}"/>
          </ac:inkMkLst>
        </pc:inkChg>
        <pc:inkChg chg="add del">
          <ac:chgData name="" userId="d70b83f6f1e23693" providerId="LiveId" clId="{69643133-B62A-4E56-B5B0-B2DE61C671E2}" dt="2026-08-17T09:12:53.604" v="3322"/>
          <ac:inkMkLst>
            <pc:docMk/>
            <pc:sldMk cId="3222310754" sldId="282"/>
            <ac:inkMk id="17" creationId="{EE052ACD-2E38-4C58-B004-4A4DD5021FAD}"/>
          </ac:inkMkLst>
        </pc:inkChg>
        <pc:inkChg chg="add del">
          <ac:chgData name="" userId="d70b83f6f1e23693" providerId="LiveId" clId="{69643133-B62A-4E56-B5B0-B2DE61C671E2}" dt="2026-08-17T09:12:54.823" v="3324"/>
          <ac:inkMkLst>
            <pc:docMk/>
            <pc:sldMk cId="3222310754" sldId="282"/>
            <ac:inkMk id="18" creationId="{7EB22F89-24FC-484D-8365-A0DD8C8497BA}"/>
          </ac:inkMkLst>
        </pc:inkChg>
        <pc:inkChg chg="add del">
          <ac:chgData name="" userId="d70b83f6f1e23693" providerId="LiveId" clId="{69643133-B62A-4E56-B5B0-B2DE61C671E2}" dt="2026-08-18T00:56:51.977" v="3864" actId="478"/>
          <ac:inkMkLst>
            <pc:docMk/>
            <pc:sldMk cId="3222310754" sldId="282"/>
            <ac:inkMk id="19" creationId="{EDBDB143-DE3E-4928-B6B1-4655BE41B7DB}"/>
          </ac:inkMkLst>
        </pc:inkChg>
        <pc:inkChg chg="add del">
          <ac:chgData name="" userId="d70b83f6f1e23693" providerId="LiveId" clId="{69643133-B62A-4E56-B5B0-B2DE61C671E2}" dt="2026-08-17T09:12:54.823" v="3324"/>
          <ac:inkMkLst>
            <pc:docMk/>
            <pc:sldMk cId="3222310754" sldId="282"/>
            <ac:inkMk id="20" creationId="{56AD3ACA-B432-40E4-A1A9-AC8437CC3580}"/>
          </ac:inkMkLst>
        </pc:inkChg>
        <pc:inkChg chg="add del">
          <ac:chgData name="" userId="d70b83f6f1e23693" providerId="LiveId" clId="{69643133-B62A-4E56-B5B0-B2DE61C671E2}" dt="2026-08-18T00:56:49.792" v="3863" actId="478"/>
          <ac:inkMkLst>
            <pc:docMk/>
            <pc:sldMk cId="3222310754" sldId="282"/>
            <ac:inkMk id="21" creationId="{FDB029C6-C935-4F7E-8970-7A44D6194B87}"/>
          </ac:inkMkLst>
        </pc:inkChg>
        <pc:inkChg chg="add del">
          <ac:chgData name="" userId="d70b83f6f1e23693" providerId="LiveId" clId="{69643133-B62A-4E56-B5B0-B2DE61C671E2}" dt="2026-08-17T09:13:00.361" v="3327"/>
          <ac:inkMkLst>
            <pc:docMk/>
            <pc:sldMk cId="3222310754" sldId="282"/>
            <ac:inkMk id="22" creationId="{FE64061D-42B3-4695-81EE-9E8E53C746B7}"/>
          </ac:inkMkLst>
        </pc:inkChg>
        <pc:inkChg chg="add del">
          <ac:chgData name="" userId="d70b83f6f1e23693" providerId="LiveId" clId="{69643133-B62A-4E56-B5B0-B2DE61C671E2}" dt="2026-08-17T09:13:00.361" v="3327"/>
          <ac:inkMkLst>
            <pc:docMk/>
            <pc:sldMk cId="3222310754" sldId="282"/>
            <ac:inkMk id="23" creationId="{864C5C1E-C07B-49C5-BD83-95E002F15F28}"/>
          </ac:inkMkLst>
        </pc:inkChg>
        <pc:inkChg chg="add">
          <ac:chgData name="" userId="d70b83f6f1e23693" providerId="LiveId" clId="{69643133-B62A-4E56-B5B0-B2DE61C671E2}" dt="2026-08-17T09:13:00.361" v="3327"/>
          <ac:inkMkLst>
            <pc:docMk/>
            <pc:sldMk cId="3222310754" sldId="282"/>
            <ac:inkMk id="24" creationId="{D2F0D9B0-3860-4989-A547-13F9AC24A0F3}"/>
          </ac:inkMkLst>
        </pc:inkChg>
      </pc:sldChg>
      <pc:sldChg chg="addSp delSp add">
        <pc:chgData name="" userId="d70b83f6f1e23693" providerId="LiveId" clId="{69643133-B62A-4E56-B5B0-B2DE61C671E2}" dt="2026-08-17T09:10:20.162" v="3313"/>
        <pc:sldMkLst>
          <pc:docMk/>
          <pc:sldMk cId="4118181482" sldId="283"/>
        </pc:sldMkLst>
        <pc:picChg chg="add">
          <ac:chgData name="" userId="d70b83f6f1e23693" providerId="LiveId" clId="{69643133-B62A-4E56-B5B0-B2DE61C671E2}" dt="2026-08-17T08:44:03.107" v="3181"/>
          <ac:picMkLst>
            <pc:docMk/>
            <pc:sldMk cId="4118181482" sldId="283"/>
            <ac:picMk id="3" creationId="{30CE2389-F58A-43EC-9259-20405800B8C5}"/>
          </ac:picMkLst>
        </pc:picChg>
        <pc:inkChg chg="add">
          <ac:chgData name="" userId="d70b83f6f1e23693" providerId="LiveId" clId="{69643133-B62A-4E56-B5B0-B2DE61C671E2}" dt="2026-08-17T08:44:16.898" v="3182"/>
          <ac:inkMkLst>
            <pc:docMk/>
            <pc:sldMk cId="4118181482" sldId="283"/>
            <ac:inkMk id="4" creationId="{1AC5D9E2-4147-4C95-B020-44F878DE5E62}"/>
          </ac:inkMkLst>
        </pc:inkChg>
        <pc:inkChg chg="add del">
          <ac:chgData name="" userId="d70b83f6f1e23693" providerId="LiveId" clId="{69643133-B62A-4E56-B5B0-B2DE61C671E2}" dt="2026-08-17T08:44:23.737" v="3185"/>
          <ac:inkMkLst>
            <pc:docMk/>
            <pc:sldMk cId="4118181482" sldId="283"/>
            <ac:inkMk id="5" creationId="{98EB57F6-2F41-4F8E-901F-480250B464EA}"/>
          </ac:inkMkLst>
        </pc:inkChg>
        <pc:inkChg chg="add del">
          <ac:chgData name="" userId="d70b83f6f1e23693" providerId="LiveId" clId="{69643133-B62A-4E56-B5B0-B2DE61C671E2}" dt="2026-08-17T08:44:23.737" v="3185"/>
          <ac:inkMkLst>
            <pc:docMk/>
            <pc:sldMk cId="4118181482" sldId="283"/>
            <ac:inkMk id="6" creationId="{C31A2BA8-15C9-4495-BF7A-AAF74041C6D7}"/>
          </ac:inkMkLst>
        </pc:inkChg>
        <pc:inkChg chg="add del">
          <ac:chgData name="" userId="d70b83f6f1e23693" providerId="LiveId" clId="{69643133-B62A-4E56-B5B0-B2DE61C671E2}" dt="2026-08-17T08:44:28.851" v="3188"/>
          <ac:inkMkLst>
            <pc:docMk/>
            <pc:sldMk cId="4118181482" sldId="283"/>
            <ac:inkMk id="7" creationId="{C4E6F511-2F5C-486A-A9FC-267E651BCCA5}"/>
          </ac:inkMkLst>
        </pc:inkChg>
        <pc:inkChg chg="add del">
          <ac:chgData name="" userId="d70b83f6f1e23693" providerId="LiveId" clId="{69643133-B62A-4E56-B5B0-B2DE61C671E2}" dt="2026-08-17T08:44:28.851" v="3188"/>
          <ac:inkMkLst>
            <pc:docMk/>
            <pc:sldMk cId="4118181482" sldId="283"/>
            <ac:inkMk id="8" creationId="{8C965FEF-7A65-4A1C-B627-ED4FDA6479CB}"/>
          </ac:inkMkLst>
        </pc:inkChg>
        <pc:inkChg chg="add del">
          <ac:chgData name="" userId="d70b83f6f1e23693" providerId="LiveId" clId="{69643133-B62A-4E56-B5B0-B2DE61C671E2}" dt="2026-08-17T08:44:28.851" v="3188"/>
          <ac:inkMkLst>
            <pc:docMk/>
            <pc:sldMk cId="4118181482" sldId="283"/>
            <ac:inkMk id="9" creationId="{CAFD721C-F17D-48BA-90A1-5A612E54F6EF}"/>
          </ac:inkMkLst>
        </pc:inkChg>
        <pc:inkChg chg="add del">
          <ac:chgData name="" userId="d70b83f6f1e23693" providerId="LiveId" clId="{69643133-B62A-4E56-B5B0-B2DE61C671E2}" dt="2026-08-17T08:44:47.728" v="3201"/>
          <ac:inkMkLst>
            <pc:docMk/>
            <pc:sldMk cId="4118181482" sldId="283"/>
            <ac:inkMk id="10" creationId="{F5901A7B-D41F-466A-9223-678B538E0750}"/>
          </ac:inkMkLst>
        </pc:inkChg>
        <pc:inkChg chg="add del">
          <ac:chgData name="" userId="d70b83f6f1e23693" providerId="LiveId" clId="{69643133-B62A-4E56-B5B0-B2DE61C671E2}" dt="2026-08-17T08:45:06.014" v="3208"/>
          <ac:inkMkLst>
            <pc:docMk/>
            <pc:sldMk cId="4118181482" sldId="283"/>
            <ac:inkMk id="11" creationId="{2C30343C-87EF-4C37-A8BF-8A4B1F26F393}"/>
          </ac:inkMkLst>
        </pc:inkChg>
        <pc:inkChg chg="add del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2" creationId="{7D1562AD-4915-49DB-AB94-490F9EEE55F4}"/>
          </ac:inkMkLst>
        </pc:inkChg>
        <pc:inkChg chg="add del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3" creationId="{E22E4B70-3BEE-4037-A1BF-A83839C5C70A}"/>
          </ac:inkMkLst>
        </pc:inkChg>
        <pc:inkChg chg="add del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4" creationId="{89BD98E5-9B04-45E3-A407-BD8FCE9B6B44}"/>
          </ac:inkMkLst>
        </pc:inkChg>
        <pc:inkChg chg="add del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5" creationId="{EB798CAB-CAD7-4A2B-B74C-B1A3BFBE4D5E}"/>
          </ac:inkMkLst>
        </pc:inkChg>
        <pc:inkChg chg="add del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6" creationId="{7D90790A-DD7B-4E6F-BF67-BAF688B8E26D}"/>
          </ac:inkMkLst>
        </pc:inkChg>
        <pc:inkChg chg="add del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7" creationId="{B6541A66-FB13-45E6-80B0-E5B51057FA85}"/>
          </ac:inkMkLst>
        </pc:inkChg>
        <pc:inkChg chg="add">
          <ac:chgData name="" userId="d70b83f6f1e23693" providerId="LiveId" clId="{69643133-B62A-4E56-B5B0-B2DE61C671E2}" dt="2026-08-17T08:44:38.429" v="3196"/>
          <ac:inkMkLst>
            <pc:docMk/>
            <pc:sldMk cId="4118181482" sldId="283"/>
            <ac:inkMk id="18" creationId="{65425D27-7225-443C-888C-72F354E3EF3A}"/>
          </ac:inkMkLst>
        </pc:inkChg>
        <pc:inkChg chg="add del">
          <ac:chgData name="" userId="d70b83f6f1e23693" providerId="LiveId" clId="{69643133-B62A-4E56-B5B0-B2DE61C671E2}" dt="2026-08-17T08:44:47.728" v="3201"/>
          <ac:inkMkLst>
            <pc:docMk/>
            <pc:sldMk cId="4118181482" sldId="283"/>
            <ac:inkMk id="19" creationId="{314A106B-37F8-47F7-86E4-4CA7A882FD05}"/>
          </ac:inkMkLst>
        </pc:inkChg>
        <pc:inkChg chg="add del">
          <ac:chgData name="" userId="d70b83f6f1e23693" providerId="LiveId" clId="{69643133-B62A-4E56-B5B0-B2DE61C671E2}" dt="2026-08-17T08:44:47.728" v="3201"/>
          <ac:inkMkLst>
            <pc:docMk/>
            <pc:sldMk cId="4118181482" sldId="283"/>
            <ac:inkMk id="20" creationId="{6E040D60-05D5-4852-BCB2-8BB0504AC79E}"/>
          </ac:inkMkLst>
        </pc:inkChg>
        <pc:inkChg chg="add del">
          <ac:chgData name="" userId="d70b83f6f1e23693" providerId="LiveId" clId="{69643133-B62A-4E56-B5B0-B2DE61C671E2}" dt="2026-08-17T08:44:47.728" v="3201"/>
          <ac:inkMkLst>
            <pc:docMk/>
            <pc:sldMk cId="4118181482" sldId="283"/>
            <ac:inkMk id="21" creationId="{21AB2F1A-DAD2-446B-9C60-B5949A3A4A69}"/>
          </ac:inkMkLst>
        </pc:inkChg>
        <pc:inkChg chg="add del">
          <ac:chgData name="" userId="d70b83f6f1e23693" providerId="LiveId" clId="{69643133-B62A-4E56-B5B0-B2DE61C671E2}" dt="2026-08-17T08:44:47.728" v="3201"/>
          <ac:inkMkLst>
            <pc:docMk/>
            <pc:sldMk cId="4118181482" sldId="283"/>
            <ac:inkMk id="22" creationId="{D40E8999-BAB4-41A1-A3E9-BA307C157EDF}"/>
          </ac:inkMkLst>
        </pc:inkChg>
        <pc:inkChg chg="add del">
          <ac:chgData name="" userId="d70b83f6f1e23693" providerId="LiveId" clId="{69643133-B62A-4E56-B5B0-B2DE61C671E2}" dt="2026-08-17T08:44:50.373" v="3202" actId="478"/>
          <ac:inkMkLst>
            <pc:docMk/>
            <pc:sldMk cId="4118181482" sldId="283"/>
            <ac:inkMk id="23" creationId="{22F95E84-FE70-4324-BAAD-CD13137465AB}"/>
          </ac:inkMkLst>
        </pc:inkChg>
        <pc:inkChg chg="add del">
          <ac:chgData name="" userId="d70b83f6f1e23693" providerId="LiveId" clId="{69643133-B62A-4E56-B5B0-B2DE61C671E2}" dt="2026-08-17T08:45:02.110" v="3205"/>
          <ac:inkMkLst>
            <pc:docMk/>
            <pc:sldMk cId="4118181482" sldId="283"/>
            <ac:inkMk id="24" creationId="{E6407F4A-575C-49D6-A31A-8E3FB921368E}"/>
          </ac:inkMkLst>
        </pc:inkChg>
        <pc:inkChg chg="add del">
          <ac:chgData name="" userId="d70b83f6f1e23693" providerId="LiveId" clId="{69643133-B62A-4E56-B5B0-B2DE61C671E2}" dt="2026-08-17T08:45:02.110" v="3205"/>
          <ac:inkMkLst>
            <pc:docMk/>
            <pc:sldMk cId="4118181482" sldId="283"/>
            <ac:inkMk id="25" creationId="{51B27B57-C5A7-4BE3-9365-37436C436712}"/>
          </ac:inkMkLst>
        </pc:inkChg>
        <pc:inkChg chg="add del">
          <ac:chgData name="" userId="d70b83f6f1e23693" providerId="LiveId" clId="{69643133-B62A-4E56-B5B0-B2DE61C671E2}" dt="2026-08-17T08:45:06.014" v="3208"/>
          <ac:inkMkLst>
            <pc:docMk/>
            <pc:sldMk cId="4118181482" sldId="283"/>
            <ac:inkMk id="26" creationId="{FE752BF8-344A-4EB8-AF80-F3C3C3C256A7}"/>
          </ac:inkMkLst>
        </pc:inkChg>
        <pc:inkChg chg="add del">
          <ac:chgData name="" userId="d70b83f6f1e23693" providerId="LiveId" clId="{69643133-B62A-4E56-B5B0-B2DE61C671E2}" dt="2026-08-17T08:45:06.014" v="3208"/>
          <ac:inkMkLst>
            <pc:docMk/>
            <pc:sldMk cId="4118181482" sldId="283"/>
            <ac:inkMk id="27" creationId="{23C20EB3-ABA6-47DE-9999-ABB3490A43AD}"/>
          </ac:inkMkLst>
        </pc:inkChg>
        <pc:inkChg chg="add del">
          <ac:chgData name="" userId="d70b83f6f1e23693" providerId="LiveId" clId="{69643133-B62A-4E56-B5B0-B2DE61C671E2}" dt="2026-08-17T08:45:06.014" v="3208"/>
          <ac:inkMkLst>
            <pc:docMk/>
            <pc:sldMk cId="4118181482" sldId="283"/>
            <ac:inkMk id="28" creationId="{71CC166B-638D-4798-B5C5-33644ED3BE11}"/>
          </ac:inkMkLst>
        </pc:inkChg>
        <pc:inkChg chg="add">
          <ac:chgData name="" userId="d70b83f6f1e23693" providerId="LiveId" clId="{69643133-B62A-4E56-B5B0-B2DE61C671E2}" dt="2026-08-17T08:45:06.014" v="3208"/>
          <ac:inkMkLst>
            <pc:docMk/>
            <pc:sldMk cId="4118181482" sldId="283"/>
            <ac:inkMk id="29" creationId="{B7D7C263-E7F0-42F1-ABEC-73482CA81BE9}"/>
          </ac:inkMkLst>
        </pc:inkChg>
        <pc:inkChg chg="add">
          <ac:chgData name="" userId="d70b83f6f1e23693" providerId="LiveId" clId="{69643133-B62A-4E56-B5B0-B2DE61C671E2}" dt="2026-08-17T08:45:21.651" v="3209"/>
          <ac:inkMkLst>
            <pc:docMk/>
            <pc:sldMk cId="4118181482" sldId="283"/>
            <ac:inkMk id="30" creationId="{539E45CF-3C13-4FFE-A327-8C2285B84D8C}"/>
          </ac:inkMkLst>
        </pc:inkChg>
        <pc:inkChg chg="add">
          <ac:chgData name="" userId="d70b83f6f1e23693" providerId="LiveId" clId="{69643133-B62A-4E56-B5B0-B2DE61C671E2}" dt="2026-08-17T08:45:29.142" v="3210"/>
          <ac:inkMkLst>
            <pc:docMk/>
            <pc:sldMk cId="4118181482" sldId="283"/>
            <ac:inkMk id="31" creationId="{E2BE58EF-6181-498A-AC63-CD47B0CAB211}"/>
          </ac:inkMkLst>
        </pc:inkChg>
        <pc:inkChg chg="add">
          <ac:chgData name="" userId="d70b83f6f1e23693" providerId="LiveId" clId="{69643133-B62A-4E56-B5B0-B2DE61C671E2}" dt="2026-08-17T08:45:35.827" v="3211"/>
          <ac:inkMkLst>
            <pc:docMk/>
            <pc:sldMk cId="4118181482" sldId="283"/>
            <ac:inkMk id="32" creationId="{0E0BBAE7-9337-4A91-A727-1BBD5021F686}"/>
          </ac:inkMkLst>
        </pc:inkChg>
        <pc:inkChg chg="add">
          <ac:chgData name="" userId="d70b83f6f1e23693" providerId="LiveId" clId="{69643133-B62A-4E56-B5B0-B2DE61C671E2}" dt="2026-08-17T08:45:37.758" v="3212"/>
          <ac:inkMkLst>
            <pc:docMk/>
            <pc:sldMk cId="4118181482" sldId="283"/>
            <ac:inkMk id="33" creationId="{B7A196E6-9DC6-48BC-850A-0D7A1AB2AD43}"/>
          </ac:inkMkLst>
        </pc:inkChg>
        <pc:inkChg chg="add del">
          <ac:chgData name="" userId="d70b83f6f1e23693" providerId="LiveId" clId="{69643133-B62A-4E56-B5B0-B2DE61C671E2}" dt="2026-08-17T09:10:20.162" v="3313"/>
          <ac:inkMkLst>
            <pc:docMk/>
            <pc:sldMk cId="4118181482" sldId="283"/>
            <ac:inkMk id="34" creationId="{AD6A805B-1FCF-45FC-A5F8-2A081B68B9C3}"/>
          </ac:inkMkLst>
        </pc:inkChg>
        <pc:inkChg chg="add del">
          <ac:chgData name="" userId="d70b83f6f1e23693" providerId="LiveId" clId="{69643133-B62A-4E56-B5B0-B2DE61C671E2}" dt="2026-08-17T09:10:20.162" v="3313"/>
          <ac:inkMkLst>
            <pc:docMk/>
            <pc:sldMk cId="4118181482" sldId="283"/>
            <ac:inkMk id="35" creationId="{37D55CE4-F298-4D1C-AA5A-87419D70D06E}"/>
          </ac:inkMkLst>
        </pc:inkChg>
        <pc:inkChg chg="add">
          <ac:chgData name="" userId="d70b83f6f1e23693" providerId="LiveId" clId="{69643133-B62A-4E56-B5B0-B2DE61C671E2}" dt="2026-08-17T09:10:20.162" v="3313"/>
          <ac:inkMkLst>
            <pc:docMk/>
            <pc:sldMk cId="4118181482" sldId="283"/>
            <ac:inkMk id="36" creationId="{0D4AD592-3663-4FD9-9600-D6ACEFF0A389}"/>
          </ac:inkMkLst>
        </pc:inkChg>
      </pc:sldChg>
      <pc:sldChg chg="addSp delSp modSp add">
        <pc:chgData name="" userId="d70b83f6f1e23693" providerId="LiveId" clId="{69643133-B62A-4E56-B5B0-B2DE61C671E2}" dt="2026-08-18T00:53:15.898" v="3827" actId="20577"/>
        <pc:sldMkLst>
          <pc:docMk/>
          <pc:sldMk cId="2468934874" sldId="284"/>
        </pc:sldMkLst>
        <pc:spChg chg="mod">
          <ac:chgData name="" userId="d70b83f6f1e23693" providerId="LiveId" clId="{69643133-B62A-4E56-B5B0-B2DE61C671E2}" dt="2026-08-18T00:53:15.898" v="3827" actId="20577"/>
          <ac:spMkLst>
            <pc:docMk/>
            <pc:sldMk cId="2468934874" sldId="284"/>
            <ac:spMk id="2" creationId="{4FD103EF-77E8-4B7B-83B7-30686D98E09D}"/>
          </ac:spMkLst>
        </pc:spChg>
        <pc:spChg chg="del">
          <ac:chgData name="" userId="d70b83f6f1e23693" providerId="LiveId" clId="{69643133-B62A-4E56-B5B0-B2DE61C671E2}" dt="2026-08-17T08:47:00.588" v="3215" actId="478"/>
          <ac:spMkLst>
            <pc:docMk/>
            <pc:sldMk cId="2468934874" sldId="284"/>
            <ac:spMk id="3" creationId="{754652FA-4B75-4DB3-9F9F-53AE27C51EED}"/>
          </ac:spMkLst>
        </pc:spChg>
        <pc:spChg chg="add mod">
          <ac:chgData name="" userId="d70b83f6f1e23693" providerId="LiveId" clId="{69643133-B62A-4E56-B5B0-B2DE61C671E2}" dt="2026-08-18T00:52:51.097" v="3774" actId="20577"/>
          <ac:spMkLst>
            <pc:docMk/>
            <pc:sldMk cId="2468934874" sldId="284"/>
            <ac:spMk id="5" creationId="{C387FC49-CDF9-44D2-9BF0-D291E870F8D1}"/>
          </ac:spMkLst>
        </pc:spChg>
        <pc:picChg chg="add mod">
          <ac:chgData name="" userId="d70b83f6f1e23693" providerId="LiveId" clId="{69643133-B62A-4E56-B5B0-B2DE61C671E2}" dt="2026-08-17T08:47:14.504" v="3220" actId="1076"/>
          <ac:picMkLst>
            <pc:docMk/>
            <pc:sldMk cId="2468934874" sldId="284"/>
            <ac:picMk id="4" creationId="{6C1D7E18-748A-4255-BD9B-AB3D8D40918D}"/>
          </ac:picMkLst>
        </pc:picChg>
      </pc:sldChg>
      <pc:sldChg chg="addSp delSp modSp add ord">
        <pc:chgData name="" userId="d70b83f6f1e23693" providerId="LiveId" clId="{69643133-B62A-4E56-B5B0-B2DE61C671E2}" dt="2026-08-18T01:11:32.199" v="4317" actId="20577"/>
        <pc:sldMkLst>
          <pc:docMk/>
          <pc:sldMk cId="3679761371" sldId="285"/>
        </pc:sldMkLst>
        <pc:spChg chg="add mod">
          <ac:chgData name="" userId="d70b83f6f1e23693" providerId="LiveId" clId="{69643133-B62A-4E56-B5B0-B2DE61C671E2}" dt="2026-08-18T01:11:32.199" v="4317" actId="20577"/>
          <ac:spMkLst>
            <pc:docMk/>
            <pc:sldMk cId="3679761371" sldId="285"/>
            <ac:spMk id="15" creationId="{EDEABFEB-20CC-4F77-95D0-4A7360E6D8E4}"/>
          </ac:spMkLst>
        </pc:spChg>
        <pc:picChg chg="add mod">
          <ac:chgData name="" userId="d70b83f6f1e23693" providerId="LiveId" clId="{69643133-B62A-4E56-B5B0-B2DE61C671E2}" dt="2026-08-17T08:48:11.645" v="3224" actId="1076"/>
          <ac:picMkLst>
            <pc:docMk/>
            <pc:sldMk cId="3679761371" sldId="285"/>
            <ac:picMk id="3" creationId="{12FCAC48-F4C5-4251-BDDB-5112418BFA91}"/>
          </ac:picMkLst>
        </pc:picChg>
        <pc:inkChg chg="add">
          <ac:chgData name="" userId="d70b83f6f1e23693" providerId="LiveId" clId="{69643133-B62A-4E56-B5B0-B2DE61C671E2}" dt="2026-08-17T08:48:18.470" v="3225"/>
          <ac:inkMkLst>
            <pc:docMk/>
            <pc:sldMk cId="3679761371" sldId="285"/>
            <ac:inkMk id="4" creationId="{B156D105-65D9-47AA-BB18-21BAF58FE7FB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5" creationId="{C8930165-598D-439A-854F-3708FCCA13AE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6" creationId="{63008A0D-4BEE-4AF6-AAF0-3DA22D22DC83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7" creationId="{15C937B2-DF49-489F-A710-ED856972182A}"/>
          </ac:inkMkLst>
        </pc:inkChg>
        <pc:inkChg chg="add del">
          <ac:chgData name="" userId="d70b83f6f1e23693" providerId="LiveId" clId="{69643133-B62A-4E56-B5B0-B2DE61C671E2}" dt="2026-08-17T09:05:58.730" v="3238"/>
          <ac:inkMkLst>
            <pc:docMk/>
            <pc:sldMk cId="3679761371" sldId="285"/>
            <ac:inkMk id="8" creationId="{58FF3B48-91C2-4780-9EE2-01DE29249AC1}"/>
          </ac:inkMkLst>
        </pc:inkChg>
        <pc:inkChg chg="add">
          <ac:chgData name="" userId="d70b83f6f1e23693" providerId="LiveId" clId="{69643133-B62A-4E56-B5B0-B2DE61C671E2}" dt="2026-08-17T09:05:56.409" v="3237"/>
          <ac:inkMkLst>
            <pc:docMk/>
            <pc:sldMk cId="3679761371" sldId="285"/>
            <ac:inkMk id="9" creationId="{A317C82B-28BC-4D14-84F8-2A5774E0511F}"/>
          </ac:inkMkLst>
        </pc:inkChg>
        <pc:inkChg chg="add del">
          <ac:chgData name="" userId="d70b83f6f1e23693" providerId="LiveId" clId="{69643133-B62A-4E56-B5B0-B2DE61C671E2}" dt="2026-08-17T09:06:27.849" v="3250"/>
          <ac:inkMkLst>
            <pc:docMk/>
            <pc:sldMk cId="3679761371" sldId="285"/>
            <ac:inkMk id="10" creationId="{B9F11AD8-4281-4AB5-8A2C-AF17DF34FFE2}"/>
          </ac:inkMkLst>
        </pc:inkChg>
        <pc:inkChg chg="add del">
          <ac:chgData name="" userId="d70b83f6f1e23693" providerId="LiveId" clId="{69643133-B62A-4E56-B5B0-B2DE61C671E2}" dt="2026-08-17T09:06:27.127" v="3249"/>
          <ac:inkMkLst>
            <pc:docMk/>
            <pc:sldMk cId="3679761371" sldId="285"/>
            <ac:inkMk id="11" creationId="{426276E7-C280-4FC3-8E81-F0A3FABEB5FC}"/>
          </ac:inkMkLst>
        </pc:inkChg>
        <pc:inkChg chg="add del">
          <ac:chgData name="" userId="d70b83f6f1e23693" providerId="LiveId" clId="{69643133-B62A-4E56-B5B0-B2DE61C671E2}" dt="2026-08-17T09:06:26.654" v="3248"/>
          <ac:inkMkLst>
            <pc:docMk/>
            <pc:sldMk cId="3679761371" sldId="285"/>
            <ac:inkMk id="12" creationId="{03F9C44E-225C-4983-9708-4B4DF96C8E34}"/>
          </ac:inkMkLst>
        </pc:inkChg>
        <pc:inkChg chg="add">
          <ac:chgData name="" userId="d70b83f6f1e23693" providerId="LiveId" clId="{69643133-B62A-4E56-B5B0-B2DE61C671E2}" dt="2026-08-17T09:06:20.376" v="3242"/>
          <ac:inkMkLst>
            <pc:docMk/>
            <pc:sldMk cId="3679761371" sldId="285"/>
            <ac:inkMk id="13" creationId="{9BC66EE3-509B-442D-B200-A1E064A8B565}"/>
          </ac:inkMkLst>
        </pc:inkChg>
        <pc:inkChg chg="add del">
          <ac:chgData name="" userId="d70b83f6f1e23693" providerId="LiveId" clId="{69643133-B62A-4E56-B5B0-B2DE61C671E2}" dt="2026-08-17T09:06:26.263" v="3247"/>
          <ac:inkMkLst>
            <pc:docMk/>
            <pc:sldMk cId="3679761371" sldId="285"/>
            <ac:inkMk id="14" creationId="{72E529BA-432E-4864-9DDE-E2740F2EE563}"/>
          </ac:inkMkLst>
        </pc:inkChg>
        <pc:inkChg chg="add del">
          <ac:chgData name="" userId="d70b83f6f1e23693" providerId="LiveId" clId="{69643133-B62A-4E56-B5B0-B2DE61C671E2}" dt="2026-08-17T09:06:25.400" v="3246"/>
          <ac:inkMkLst>
            <pc:docMk/>
            <pc:sldMk cId="3679761371" sldId="285"/>
            <ac:inkMk id="15" creationId="{DF89C71D-E796-4F17-B63D-CEB8C9B46E37}"/>
          </ac:inkMkLst>
        </pc:inkChg>
        <pc:inkChg chg="add">
          <ac:chgData name="" userId="d70b83f6f1e23693" providerId="LiveId" clId="{69643133-B62A-4E56-B5B0-B2DE61C671E2}" dt="2026-08-17T09:06:24.938" v="3245"/>
          <ac:inkMkLst>
            <pc:docMk/>
            <pc:sldMk cId="3679761371" sldId="285"/>
            <ac:inkMk id="16" creationId="{2CAFB33A-D939-4F3E-9DA8-5B4FF0841E08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17" creationId="{2CC767DB-517B-4FE2-A90E-48C1C7DF83E1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18" creationId="{0381BCCB-9F02-4452-B800-95A39941F6EE}"/>
          </ac:inkMkLst>
        </pc:inkChg>
        <pc:inkChg chg="add del">
          <ac:chgData name="" userId="d70b83f6f1e23693" providerId="LiveId" clId="{69643133-B62A-4E56-B5B0-B2DE61C671E2}" dt="2026-08-17T09:06:49.793" v="3256"/>
          <ac:inkMkLst>
            <pc:docMk/>
            <pc:sldMk cId="3679761371" sldId="285"/>
            <ac:inkMk id="19" creationId="{E1E4B9A5-2326-42F8-BAEC-E89585A19DD8}"/>
          </ac:inkMkLst>
        </pc:inkChg>
        <pc:inkChg chg="add del">
          <ac:chgData name="" userId="d70b83f6f1e23693" providerId="LiveId" clId="{69643133-B62A-4E56-B5B0-B2DE61C671E2}" dt="2026-08-17T09:06:49.793" v="3256"/>
          <ac:inkMkLst>
            <pc:docMk/>
            <pc:sldMk cId="3679761371" sldId="285"/>
            <ac:inkMk id="20" creationId="{BC92FE60-787F-4011-AC8D-DF9B0437B97A}"/>
          </ac:inkMkLst>
        </pc:inkChg>
        <pc:inkChg chg="add del">
          <ac:chgData name="" userId="d70b83f6f1e23693" providerId="LiveId" clId="{69643133-B62A-4E56-B5B0-B2DE61C671E2}" dt="2026-08-17T09:06:49.793" v="3256"/>
          <ac:inkMkLst>
            <pc:docMk/>
            <pc:sldMk cId="3679761371" sldId="285"/>
            <ac:inkMk id="21" creationId="{3DE64536-A4A3-4BA9-BCCC-6A5E328D9452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22" creationId="{7AC940C9-3DAC-4FAC-BF35-80029DC1D8BF}"/>
          </ac:inkMkLst>
        </pc:inkChg>
        <pc:inkChg chg="add del">
          <ac:chgData name="" userId="d70b83f6f1e23693" providerId="LiveId" clId="{69643133-B62A-4E56-B5B0-B2DE61C671E2}" dt="2026-08-17T09:06:55.359" v="3258"/>
          <ac:inkMkLst>
            <pc:docMk/>
            <pc:sldMk cId="3679761371" sldId="285"/>
            <ac:inkMk id="23" creationId="{95438700-9020-4CD4-876E-06F30287D6E9}"/>
          </ac:inkMkLst>
        </pc:inkChg>
        <pc:inkChg chg="add del">
          <ac:chgData name="" userId="d70b83f6f1e23693" providerId="LiveId" clId="{69643133-B62A-4E56-B5B0-B2DE61C671E2}" dt="2026-08-17T09:07:02.758" v="3261"/>
          <ac:inkMkLst>
            <pc:docMk/>
            <pc:sldMk cId="3679761371" sldId="285"/>
            <ac:inkMk id="24" creationId="{B20C4358-9BF1-4D24-9204-15D098423409}"/>
          </ac:inkMkLst>
        </pc:inkChg>
        <pc:inkChg chg="add del">
          <ac:chgData name="" userId="d70b83f6f1e23693" providerId="LiveId" clId="{69643133-B62A-4E56-B5B0-B2DE61C671E2}" dt="2026-08-17T09:07:02.758" v="3261"/>
          <ac:inkMkLst>
            <pc:docMk/>
            <pc:sldMk cId="3679761371" sldId="285"/>
            <ac:inkMk id="25" creationId="{CF03C46D-EE33-4B36-AD51-10B90D4728B9}"/>
          </ac:inkMkLst>
        </pc:inkChg>
        <pc:inkChg chg="add del">
          <ac:chgData name="" userId="d70b83f6f1e23693" providerId="LiveId" clId="{69643133-B62A-4E56-B5B0-B2DE61C671E2}" dt="2026-08-17T09:07:02.758" v="3261"/>
          <ac:inkMkLst>
            <pc:docMk/>
            <pc:sldMk cId="3679761371" sldId="285"/>
            <ac:inkMk id="26" creationId="{A88E5FB6-4E6B-496A-8D48-8B6E20FC3F8E}"/>
          </ac:inkMkLst>
        </pc:inkChg>
        <pc:inkChg chg="add del">
          <ac:chgData name="" userId="d70b83f6f1e23693" providerId="LiveId" clId="{69643133-B62A-4E56-B5B0-B2DE61C671E2}" dt="2026-08-17T09:07:09.266" v="3267"/>
          <ac:inkMkLst>
            <pc:docMk/>
            <pc:sldMk cId="3679761371" sldId="285"/>
            <ac:inkMk id="27" creationId="{64CE0977-66D3-4BAE-B093-A052072AE438}"/>
          </ac:inkMkLst>
        </pc:inkChg>
        <pc:inkChg chg="add del">
          <ac:chgData name="" userId="d70b83f6f1e23693" providerId="LiveId" clId="{69643133-B62A-4E56-B5B0-B2DE61C671E2}" dt="2026-08-17T09:07:09.266" v="3267"/>
          <ac:inkMkLst>
            <pc:docMk/>
            <pc:sldMk cId="3679761371" sldId="285"/>
            <ac:inkMk id="28" creationId="{398D67BC-B87E-4CEC-BA02-B35D08B30272}"/>
          </ac:inkMkLst>
        </pc:inkChg>
        <pc:inkChg chg="add del">
          <ac:chgData name="" userId="d70b83f6f1e23693" providerId="LiveId" clId="{69643133-B62A-4E56-B5B0-B2DE61C671E2}" dt="2026-08-17T09:07:09.266" v="3267"/>
          <ac:inkMkLst>
            <pc:docMk/>
            <pc:sldMk cId="3679761371" sldId="285"/>
            <ac:inkMk id="29" creationId="{0A0929A0-FDF4-4A17-8562-E13069ADEC23}"/>
          </ac:inkMkLst>
        </pc:inkChg>
        <pc:inkChg chg="add del">
          <ac:chgData name="" userId="d70b83f6f1e23693" providerId="LiveId" clId="{69643133-B62A-4E56-B5B0-B2DE61C671E2}" dt="2026-08-17T09:07:09.266" v="3267"/>
          <ac:inkMkLst>
            <pc:docMk/>
            <pc:sldMk cId="3679761371" sldId="285"/>
            <ac:inkMk id="30" creationId="{70E51F9E-0667-4400-88AF-6AD64B0EF7D8}"/>
          </ac:inkMkLst>
        </pc:inkChg>
        <pc:inkChg chg="add del">
          <ac:chgData name="" userId="d70b83f6f1e23693" providerId="LiveId" clId="{69643133-B62A-4E56-B5B0-B2DE61C671E2}" dt="2026-08-17T09:07:09.266" v="3267"/>
          <ac:inkMkLst>
            <pc:docMk/>
            <pc:sldMk cId="3679761371" sldId="285"/>
            <ac:inkMk id="31" creationId="{6099A7C4-32C9-4DAC-86C5-B6785AC37216}"/>
          </ac:inkMkLst>
        </pc:inkChg>
        <pc:inkChg chg="add del">
          <ac:chgData name="" userId="d70b83f6f1e23693" providerId="LiveId" clId="{69643133-B62A-4E56-B5B0-B2DE61C671E2}" dt="2026-08-17T09:07:09.266" v="3267"/>
          <ac:inkMkLst>
            <pc:docMk/>
            <pc:sldMk cId="3679761371" sldId="285"/>
            <ac:inkMk id="32" creationId="{3E875288-74F0-47A0-8115-3FA07E9CE803}"/>
          </ac:inkMkLst>
        </pc:inkChg>
        <pc:inkChg chg="add del">
          <ac:chgData name="" userId="d70b83f6f1e23693" providerId="LiveId" clId="{69643133-B62A-4E56-B5B0-B2DE61C671E2}" dt="2026-08-17T09:07:12.689" v="3270"/>
          <ac:inkMkLst>
            <pc:docMk/>
            <pc:sldMk cId="3679761371" sldId="285"/>
            <ac:inkMk id="33" creationId="{10E222CA-BB46-45F8-BB6B-CDF864520D9D}"/>
          </ac:inkMkLst>
        </pc:inkChg>
        <pc:inkChg chg="add del">
          <ac:chgData name="" userId="d70b83f6f1e23693" providerId="LiveId" clId="{69643133-B62A-4E56-B5B0-B2DE61C671E2}" dt="2026-08-17T09:07:24.899" v="3280"/>
          <ac:inkMkLst>
            <pc:docMk/>
            <pc:sldMk cId="3679761371" sldId="285"/>
            <ac:inkMk id="34" creationId="{966C8F8C-CDE7-45B3-AD16-0787DE87BF65}"/>
          </ac:inkMkLst>
        </pc:inkChg>
        <pc:inkChg chg="add del">
          <ac:chgData name="" userId="d70b83f6f1e23693" providerId="LiveId" clId="{69643133-B62A-4E56-B5B0-B2DE61C671E2}" dt="2026-08-17T09:07:12.689" v="3270"/>
          <ac:inkMkLst>
            <pc:docMk/>
            <pc:sldMk cId="3679761371" sldId="285"/>
            <ac:inkMk id="35" creationId="{B94E3409-2F4F-4857-BAE1-72A19176EA7D}"/>
          </ac:inkMkLst>
        </pc:inkChg>
        <pc:inkChg chg="add del">
          <ac:chgData name="" userId="d70b83f6f1e23693" providerId="LiveId" clId="{69643133-B62A-4E56-B5B0-B2DE61C671E2}" dt="2026-08-17T09:07:12.689" v="3270"/>
          <ac:inkMkLst>
            <pc:docMk/>
            <pc:sldMk cId="3679761371" sldId="285"/>
            <ac:inkMk id="36" creationId="{C0570817-69BC-4658-A5A3-DA5D69065897}"/>
          </ac:inkMkLst>
        </pc:inkChg>
        <pc:inkChg chg="add del">
          <ac:chgData name="" userId="d70b83f6f1e23693" providerId="LiveId" clId="{69643133-B62A-4E56-B5B0-B2DE61C671E2}" dt="2026-08-17T09:07:24.899" v="3280"/>
          <ac:inkMkLst>
            <pc:docMk/>
            <pc:sldMk cId="3679761371" sldId="285"/>
            <ac:inkMk id="37" creationId="{ED92E4DE-3EB8-411A-815B-5D3DB49E95D0}"/>
          </ac:inkMkLst>
        </pc:inkChg>
        <pc:inkChg chg="add del">
          <ac:chgData name="" userId="d70b83f6f1e23693" providerId="LiveId" clId="{69643133-B62A-4E56-B5B0-B2DE61C671E2}" dt="2026-08-17T09:07:18.185" v="3275"/>
          <ac:inkMkLst>
            <pc:docMk/>
            <pc:sldMk cId="3679761371" sldId="285"/>
            <ac:inkMk id="38" creationId="{FAAAF001-4320-4678-9093-6DCE19037A44}"/>
          </ac:inkMkLst>
        </pc:inkChg>
        <pc:inkChg chg="add del">
          <ac:chgData name="" userId="d70b83f6f1e23693" providerId="LiveId" clId="{69643133-B62A-4E56-B5B0-B2DE61C671E2}" dt="2026-08-17T09:07:18.185" v="3275"/>
          <ac:inkMkLst>
            <pc:docMk/>
            <pc:sldMk cId="3679761371" sldId="285"/>
            <ac:inkMk id="39" creationId="{E570FC25-9B01-4CA2-BE6C-445A1956E3EA}"/>
          </ac:inkMkLst>
        </pc:inkChg>
        <pc:inkChg chg="add del">
          <ac:chgData name="" userId="d70b83f6f1e23693" providerId="LiveId" clId="{69643133-B62A-4E56-B5B0-B2DE61C671E2}" dt="2026-08-17T09:07:18.185" v="3275"/>
          <ac:inkMkLst>
            <pc:docMk/>
            <pc:sldMk cId="3679761371" sldId="285"/>
            <ac:inkMk id="40" creationId="{3A716A7F-C174-416C-8770-B70B73501C6C}"/>
          </ac:inkMkLst>
        </pc:inkChg>
        <pc:inkChg chg="add del">
          <ac:chgData name="" userId="d70b83f6f1e23693" providerId="LiveId" clId="{69643133-B62A-4E56-B5B0-B2DE61C671E2}" dt="2026-08-17T09:07:18.185" v="3275"/>
          <ac:inkMkLst>
            <pc:docMk/>
            <pc:sldMk cId="3679761371" sldId="285"/>
            <ac:inkMk id="41" creationId="{76549FC4-88FB-481E-9AF3-0EB141E6FCFF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42" creationId="{CA10B8DD-DB98-4740-9EB3-CD48434A033D}"/>
          </ac:inkMkLst>
        </pc:inkChg>
        <pc:inkChg chg="add del">
          <ac:chgData name="" userId="d70b83f6f1e23693" providerId="LiveId" clId="{69643133-B62A-4E56-B5B0-B2DE61C671E2}" dt="2026-08-17T09:07:24.899" v="3280"/>
          <ac:inkMkLst>
            <pc:docMk/>
            <pc:sldMk cId="3679761371" sldId="285"/>
            <ac:inkMk id="43" creationId="{413FB375-3C22-467A-A88C-B5123CFB6D40}"/>
          </ac:inkMkLst>
        </pc:inkChg>
        <pc:inkChg chg="add del">
          <ac:chgData name="" userId="d70b83f6f1e23693" providerId="LiveId" clId="{69643133-B62A-4E56-B5B0-B2DE61C671E2}" dt="2026-08-17T09:07:24.899" v="3280"/>
          <ac:inkMkLst>
            <pc:docMk/>
            <pc:sldMk cId="3679761371" sldId="285"/>
            <ac:inkMk id="44" creationId="{365DCA2E-4223-4AE1-86DA-ACD4616612C6}"/>
          </ac:inkMkLst>
        </pc:inkChg>
        <pc:inkChg chg="add del">
          <ac:chgData name="" userId="d70b83f6f1e23693" providerId="LiveId" clId="{69643133-B62A-4E56-B5B0-B2DE61C671E2}" dt="2026-08-17T09:07:24.899" v="3280"/>
          <ac:inkMkLst>
            <pc:docMk/>
            <pc:sldMk cId="3679761371" sldId="285"/>
            <ac:inkMk id="45" creationId="{6B965D8D-8230-4C01-8AF8-301C8B02FCC9}"/>
          </ac:inkMkLst>
        </pc:inkChg>
        <pc:inkChg chg="add del">
          <ac:chgData name="" userId="d70b83f6f1e23693" providerId="LiveId" clId="{69643133-B62A-4E56-B5B0-B2DE61C671E2}" dt="2026-08-17T09:07:24.899" v="3280"/>
          <ac:inkMkLst>
            <pc:docMk/>
            <pc:sldMk cId="3679761371" sldId="285"/>
            <ac:inkMk id="46" creationId="{A4371D21-87F2-4228-BA63-6DC2A5D457BF}"/>
          </ac:inkMkLst>
        </pc:inkChg>
        <pc:inkChg chg="add del">
          <ac:chgData name="" userId="d70b83f6f1e23693" providerId="LiveId" clId="{69643133-B62A-4E56-B5B0-B2DE61C671E2}" dt="2026-08-17T09:07:26.867" v="3283"/>
          <ac:inkMkLst>
            <pc:docMk/>
            <pc:sldMk cId="3679761371" sldId="285"/>
            <ac:inkMk id="47" creationId="{9572C968-1B01-4213-8860-C56528CB7343}"/>
          </ac:inkMkLst>
        </pc:inkChg>
        <pc:inkChg chg="add del">
          <ac:chgData name="" userId="d70b83f6f1e23693" providerId="LiveId" clId="{69643133-B62A-4E56-B5B0-B2DE61C671E2}" dt="2026-08-17T09:07:26.867" v="3283"/>
          <ac:inkMkLst>
            <pc:docMk/>
            <pc:sldMk cId="3679761371" sldId="285"/>
            <ac:inkMk id="48" creationId="{9ECCCC1E-0D4D-4595-904E-FB2B8CFCCE11}"/>
          </ac:inkMkLst>
        </pc:inkChg>
        <pc:inkChg chg="add del">
          <ac:chgData name="" userId="d70b83f6f1e23693" providerId="LiveId" clId="{69643133-B62A-4E56-B5B0-B2DE61C671E2}" dt="2026-08-17T09:07:26.867" v="3283"/>
          <ac:inkMkLst>
            <pc:docMk/>
            <pc:sldMk cId="3679761371" sldId="285"/>
            <ac:inkMk id="49" creationId="{D11808C8-495A-40A2-B57B-6CD35606F79B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0" creationId="{2B4964B5-FB41-453E-BDF0-F66777C5297B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1" creationId="{5C7DD7A3-4661-4F5B-B132-132AD237CF85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2" creationId="{7321E036-219A-41F8-821A-297BA8C577D5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3" creationId="{4242DE3F-A709-4988-9718-56929582D591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4" creationId="{B7CB1D69-5A8A-40F0-94C4-9AADAC5A1CFA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5" creationId="{5AF3DD36-76A0-44C2-AF9D-964A9DD2767A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6" creationId="{244DA165-C878-4A3D-B0A1-0EDF1DA29F28}"/>
          </ac:inkMkLst>
        </pc:inkChg>
        <pc:inkChg chg="add del">
          <ac:chgData name="" userId="d70b83f6f1e23693" providerId="LiveId" clId="{69643133-B62A-4E56-B5B0-B2DE61C671E2}" dt="2026-08-17T09:07:33.518" v="3291"/>
          <ac:inkMkLst>
            <pc:docMk/>
            <pc:sldMk cId="3679761371" sldId="285"/>
            <ac:inkMk id="57" creationId="{48F4A9CF-6C27-44ED-A8E1-84AF1B673AA4}"/>
          </ac:inkMkLst>
        </pc:inkChg>
        <pc:inkChg chg="add del">
          <ac:chgData name="" userId="d70b83f6f1e23693" providerId="LiveId" clId="{69643133-B62A-4E56-B5B0-B2DE61C671E2}" dt="2026-08-17T09:07:38.932" v="3298"/>
          <ac:inkMkLst>
            <pc:docMk/>
            <pc:sldMk cId="3679761371" sldId="285"/>
            <ac:inkMk id="58" creationId="{A42278D1-615C-47DB-B9E9-30259692F810}"/>
          </ac:inkMkLst>
        </pc:inkChg>
        <pc:inkChg chg="add del">
          <ac:chgData name="" userId="d70b83f6f1e23693" providerId="LiveId" clId="{69643133-B62A-4E56-B5B0-B2DE61C671E2}" dt="2026-08-17T09:07:38.932" v="3298"/>
          <ac:inkMkLst>
            <pc:docMk/>
            <pc:sldMk cId="3679761371" sldId="285"/>
            <ac:inkMk id="59" creationId="{0783F446-4776-4826-8CE6-6BDEE8173EB9}"/>
          </ac:inkMkLst>
        </pc:inkChg>
        <pc:inkChg chg="add del">
          <ac:chgData name="" userId="d70b83f6f1e23693" providerId="LiveId" clId="{69643133-B62A-4E56-B5B0-B2DE61C671E2}" dt="2026-08-17T09:07:38.932" v="3298"/>
          <ac:inkMkLst>
            <pc:docMk/>
            <pc:sldMk cId="3679761371" sldId="285"/>
            <ac:inkMk id="60" creationId="{6605047E-5A25-4433-A1FD-565A462AE093}"/>
          </ac:inkMkLst>
        </pc:inkChg>
        <pc:inkChg chg="add del">
          <ac:chgData name="" userId="d70b83f6f1e23693" providerId="LiveId" clId="{69643133-B62A-4E56-B5B0-B2DE61C671E2}" dt="2026-08-17T09:07:38.932" v="3298"/>
          <ac:inkMkLst>
            <pc:docMk/>
            <pc:sldMk cId="3679761371" sldId="285"/>
            <ac:inkMk id="61" creationId="{45511A09-8B38-40A2-83EA-05CF8EA111D7}"/>
          </ac:inkMkLst>
        </pc:inkChg>
        <pc:inkChg chg="add del">
          <ac:chgData name="" userId="d70b83f6f1e23693" providerId="LiveId" clId="{69643133-B62A-4E56-B5B0-B2DE61C671E2}" dt="2026-08-17T09:07:38.932" v="3298"/>
          <ac:inkMkLst>
            <pc:docMk/>
            <pc:sldMk cId="3679761371" sldId="285"/>
            <ac:inkMk id="62" creationId="{3754D971-9441-4C05-B297-794D904F8B13}"/>
          </ac:inkMkLst>
        </pc:inkChg>
        <pc:inkChg chg="add del">
          <ac:chgData name="" userId="d70b83f6f1e23693" providerId="LiveId" clId="{69643133-B62A-4E56-B5B0-B2DE61C671E2}" dt="2026-08-18T01:04:26.537" v="4156" actId="478"/>
          <ac:inkMkLst>
            <pc:docMk/>
            <pc:sldMk cId="3679761371" sldId="285"/>
            <ac:inkMk id="63" creationId="{EE497BC5-EA70-4B92-A3BE-16E312AC3EEC}"/>
          </ac:inkMkLst>
        </pc:inkChg>
        <pc:inkChg chg="add del">
          <ac:chgData name="" userId="d70b83f6f1e23693" providerId="LiveId" clId="{69643133-B62A-4E56-B5B0-B2DE61C671E2}" dt="2026-08-17T09:07:41.405" v="3302"/>
          <ac:inkMkLst>
            <pc:docMk/>
            <pc:sldMk cId="3679761371" sldId="285"/>
            <ac:inkMk id="64" creationId="{3F46E746-1768-4EAA-8B46-76EEC87C511A}"/>
          </ac:inkMkLst>
        </pc:inkChg>
        <pc:inkChg chg="add del">
          <ac:chgData name="" userId="d70b83f6f1e23693" providerId="LiveId" clId="{69643133-B62A-4E56-B5B0-B2DE61C671E2}" dt="2026-08-18T00:53:29.678" v="3828" actId="478"/>
          <ac:inkMkLst>
            <pc:docMk/>
            <pc:sldMk cId="3679761371" sldId="285"/>
            <ac:inkMk id="65" creationId="{4CCADCB3-C280-4B69-8EB8-2C4AE755203E}"/>
          </ac:inkMkLst>
        </pc:inkChg>
        <pc:inkChg chg="add del">
          <ac:chgData name="" userId="d70b83f6f1e23693" providerId="LiveId" clId="{69643133-B62A-4E56-B5B0-B2DE61C671E2}" dt="2026-08-17T09:07:41.405" v="3302"/>
          <ac:inkMkLst>
            <pc:docMk/>
            <pc:sldMk cId="3679761371" sldId="285"/>
            <ac:inkMk id="66" creationId="{38306541-1E59-491A-ABC0-AF54C6D10BE5}"/>
          </ac:inkMkLst>
        </pc:inkChg>
        <pc:inkChg chg="add del">
          <ac:chgData name="" userId="d70b83f6f1e23693" providerId="LiveId" clId="{69643133-B62A-4E56-B5B0-B2DE61C671E2}" dt="2026-08-17T09:07:41.405" v="3302"/>
          <ac:inkMkLst>
            <pc:docMk/>
            <pc:sldMk cId="3679761371" sldId="285"/>
            <ac:inkMk id="67" creationId="{825BCD10-B49E-441F-8958-A1E4BFE232ED}"/>
          </ac:inkMkLst>
        </pc:inkChg>
        <pc:inkChg chg="add del">
          <ac:chgData name="" userId="d70b83f6f1e23693" providerId="LiveId" clId="{69643133-B62A-4E56-B5B0-B2DE61C671E2}" dt="2026-08-17T09:07:41.405" v="3302"/>
          <ac:inkMkLst>
            <pc:docMk/>
            <pc:sldMk cId="3679761371" sldId="285"/>
            <ac:inkMk id="68" creationId="{30C1E289-EBEF-444F-94F5-F93B9AD70708}"/>
          </ac:inkMkLst>
        </pc:inkChg>
        <pc:inkChg chg="add del">
          <ac:chgData name="" userId="d70b83f6f1e23693" providerId="LiveId" clId="{69643133-B62A-4E56-B5B0-B2DE61C671E2}" dt="2026-08-18T01:04:28.899" v="4157" actId="478"/>
          <ac:inkMkLst>
            <pc:docMk/>
            <pc:sldMk cId="3679761371" sldId="285"/>
            <ac:inkMk id="69" creationId="{A3B70A0B-DDA5-4731-A634-3743B220C7F2}"/>
          </ac:inkMkLst>
        </pc:inkChg>
        <pc:inkChg chg="add del">
          <ac:chgData name="" userId="d70b83f6f1e23693" providerId="LiveId" clId="{69643133-B62A-4E56-B5B0-B2DE61C671E2}" dt="2026-08-18T01:04:31.206" v="4158" actId="478"/>
          <ac:inkMkLst>
            <pc:docMk/>
            <pc:sldMk cId="3679761371" sldId="285"/>
            <ac:inkMk id="70" creationId="{900C5138-123D-4CE0-8EF7-AF3613F6C380}"/>
          </ac:inkMkLst>
        </pc:inkChg>
        <pc:cxnChg chg="add mod">
          <ac:chgData name="" userId="d70b83f6f1e23693" providerId="LiveId" clId="{69643133-B62A-4E56-B5B0-B2DE61C671E2}" dt="2026-08-18T00:54:47.083" v="3831" actId="208"/>
          <ac:cxnSpMkLst>
            <pc:docMk/>
            <pc:sldMk cId="3679761371" sldId="285"/>
            <ac:cxnSpMk id="6" creationId="{A0EB45A8-1797-4E77-8F5F-1524AF98AA93}"/>
          </ac:cxnSpMkLst>
        </pc:cxnChg>
        <pc:cxnChg chg="add mod">
          <ac:chgData name="" userId="d70b83f6f1e23693" providerId="LiveId" clId="{69643133-B62A-4E56-B5B0-B2DE61C671E2}" dt="2026-08-18T01:03:17.028" v="4153" actId="1076"/>
          <ac:cxnSpMkLst>
            <pc:docMk/>
            <pc:sldMk cId="3679761371" sldId="285"/>
            <ac:cxnSpMk id="11" creationId="{AE634E19-1244-441D-935C-88DCF27236BB}"/>
          </ac:cxnSpMkLst>
        </pc:cxnChg>
      </pc:sldChg>
      <pc:sldChg chg="addSp delSp modSp add">
        <pc:chgData name="" userId="d70b83f6f1e23693" providerId="LiveId" clId="{69643133-B62A-4E56-B5B0-B2DE61C671E2}" dt="2026-08-17T09:19:50.203" v="3357"/>
        <pc:sldMkLst>
          <pc:docMk/>
          <pc:sldMk cId="214683730" sldId="286"/>
        </pc:sldMkLst>
        <pc:spChg chg="mod">
          <ac:chgData name="" userId="d70b83f6f1e23693" providerId="LiveId" clId="{69643133-B62A-4E56-B5B0-B2DE61C671E2}" dt="2026-08-17T09:16:04.203" v="3336" actId="20577"/>
          <ac:spMkLst>
            <pc:docMk/>
            <pc:sldMk cId="214683730" sldId="286"/>
            <ac:spMk id="2" creationId="{B3F9BF18-5CC2-4C5B-AABF-6F9A4DC0A5CB}"/>
          </ac:spMkLst>
        </pc:spChg>
        <pc:spChg chg="del">
          <ac:chgData name="" userId="d70b83f6f1e23693" providerId="LiveId" clId="{69643133-B62A-4E56-B5B0-B2DE61C671E2}" dt="2026-08-17T09:16:08.391" v="3337"/>
          <ac:spMkLst>
            <pc:docMk/>
            <pc:sldMk cId="214683730" sldId="286"/>
            <ac:spMk id="3" creationId="{4B52ED50-B1ED-4D31-A281-DAD2CDC33596}"/>
          </ac:spMkLst>
        </pc:spChg>
        <pc:picChg chg="add mod">
          <ac:chgData name="" userId="d70b83f6f1e23693" providerId="LiveId" clId="{69643133-B62A-4E56-B5B0-B2DE61C671E2}" dt="2026-08-17T09:16:13.503" v="3339" actId="14100"/>
          <ac:picMkLst>
            <pc:docMk/>
            <pc:sldMk cId="214683730" sldId="286"/>
            <ac:picMk id="4" creationId="{E372A3EB-21C8-4827-B111-BF982BA512C4}"/>
          </ac:picMkLst>
        </pc:picChg>
        <pc:inkChg chg="add">
          <ac:chgData name="" userId="d70b83f6f1e23693" providerId="LiveId" clId="{69643133-B62A-4E56-B5B0-B2DE61C671E2}" dt="2026-08-17T09:16:40.913" v="3340"/>
          <ac:inkMkLst>
            <pc:docMk/>
            <pc:sldMk cId="214683730" sldId="286"/>
            <ac:inkMk id="5" creationId="{B4C55539-2897-4C2D-9086-7B7A79FB7421}"/>
          </ac:inkMkLst>
        </pc:inkChg>
        <pc:inkChg chg="add">
          <ac:chgData name="" userId="d70b83f6f1e23693" providerId="LiveId" clId="{69643133-B62A-4E56-B5B0-B2DE61C671E2}" dt="2026-08-17T09:16:42.470" v="3341"/>
          <ac:inkMkLst>
            <pc:docMk/>
            <pc:sldMk cId="214683730" sldId="286"/>
            <ac:inkMk id="6" creationId="{798F8B5C-3B3D-4830-B276-99E5D394908C}"/>
          </ac:inkMkLst>
        </pc:inkChg>
        <pc:inkChg chg="add">
          <ac:chgData name="" userId="d70b83f6f1e23693" providerId="LiveId" clId="{69643133-B62A-4E56-B5B0-B2DE61C671E2}" dt="2026-08-17T09:17:02.922" v="3342"/>
          <ac:inkMkLst>
            <pc:docMk/>
            <pc:sldMk cId="214683730" sldId="286"/>
            <ac:inkMk id="7" creationId="{80A228E4-2201-4673-B55F-7E9256F3120A}"/>
          </ac:inkMkLst>
        </pc:inkChg>
        <pc:inkChg chg="add">
          <ac:chgData name="" userId="d70b83f6f1e23693" providerId="LiveId" clId="{69643133-B62A-4E56-B5B0-B2DE61C671E2}" dt="2026-08-17T09:17:04.336" v="3343"/>
          <ac:inkMkLst>
            <pc:docMk/>
            <pc:sldMk cId="214683730" sldId="286"/>
            <ac:inkMk id="8" creationId="{47CBD3AB-B04D-4F4B-B187-A7B0BE76B770}"/>
          </ac:inkMkLst>
        </pc:inkChg>
        <pc:inkChg chg="add">
          <ac:chgData name="" userId="d70b83f6f1e23693" providerId="LiveId" clId="{69643133-B62A-4E56-B5B0-B2DE61C671E2}" dt="2026-08-17T09:17:06.190" v="3344"/>
          <ac:inkMkLst>
            <pc:docMk/>
            <pc:sldMk cId="214683730" sldId="286"/>
            <ac:inkMk id="9" creationId="{8BA853C0-257F-460C-BE20-515FEC5EC097}"/>
          </ac:inkMkLst>
        </pc:inkChg>
        <pc:inkChg chg="add">
          <ac:chgData name="" userId="d70b83f6f1e23693" providerId="LiveId" clId="{69643133-B62A-4E56-B5B0-B2DE61C671E2}" dt="2026-08-17T09:17:09.192" v="3345"/>
          <ac:inkMkLst>
            <pc:docMk/>
            <pc:sldMk cId="214683730" sldId="286"/>
            <ac:inkMk id="10" creationId="{C0414633-45EA-4CEE-8FA3-E611C23610C7}"/>
          </ac:inkMkLst>
        </pc:inkChg>
        <pc:inkChg chg="add del">
          <ac:chgData name="" userId="d70b83f6f1e23693" providerId="LiveId" clId="{69643133-B62A-4E56-B5B0-B2DE61C671E2}" dt="2026-08-17T09:17:55.716" v="3348"/>
          <ac:inkMkLst>
            <pc:docMk/>
            <pc:sldMk cId="214683730" sldId="286"/>
            <ac:inkMk id="11" creationId="{652B6E85-91FB-417F-A7EF-4301911C41D8}"/>
          </ac:inkMkLst>
        </pc:inkChg>
        <pc:inkChg chg="add del">
          <ac:chgData name="" userId="d70b83f6f1e23693" providerId="LiveId" clId="{69643133-B62A-4E56-B5B0-B2DE61C671E2}" dt="2026-08-17T09:17:55.716" v="3348"/>
          <ac:inkMkLst>
            <pc:docMk/>
            <pc:sldMk cId="214683730" sldId="286"/>
            <ac:inkMk id="12" creationId="{AA0FC910-960B-4A04-B267-7C5F5236DE66}"/>
          </ac:inkMkLst>
        </pc:inkChg>
        <pc:inkChg chg="add del">
          <ac:chgData name="" userId="d70b83f6f1e23693" providerId="LiveId" clId="{69643133-B62A-4E56-B5B0-B2DE61C671E2}" dt="2026-08-17T09:19:41.802" v="3355"/>
          <ac:inkMkLst>
            <pc:docMk/>
            <pc:sldMk cId="214683730" sldId="286"/>
            <ac:inkMk id="13" creationId="{BB6CA532-953F-444A-8BBA-260F7F5B5C88}"/>
          </ac:inkMkLst>
        </pc:inkChg>
        <pc:inkChg chg="add">
          <ac:chgData name="" userId="d70b83f6f1e23693" providerId="LiveId" clId="{69643133-B62A-4E56-B5B0-B2DE61C671E2}" dt="2026-08-17T09:18:22.115" v="3349"/>
          <ac:inkMkLst>
            <pc:docMk/>
            <pc:sldMk cId="214683730" sldId="286"/>
            <ac:inkMk id="14" creationId="{5EDDE6AB-3EC1-4D6A-A44C-EE0FD558079B}"/>
          </ac:inkMkLst>
        </pc:inkChg>
        <pc:inkChg chg="add">
          <ac:chgData name="" userId="d70b83f6f1e23693" providerId="LiveId" clId="{69643133-B62A-4E56-B5B0-B2DE61C671E2}" dt="2026-08-17T09:18:41.331" v="3350"/>
          <ac:inkMkLst>
            <pc:docMk/>
            <pc:sldMk cId="214683730" sldId="286"/>
            <ac:inkMk id="15" creationId="{4796B1BD-94BD-4C93-AA4D-2FEF704F136A}"/>
          </ac:inkMkLst>
        </pc:inkChg>
        <pc:inkChg chg="add">
          <ac:chgData name="" userId="d70b83f6f1e23693" providerId="LiveId" clId="{69643133-B62A-4E56-B5B0-B2DE61C671E2}" dt="2026-08-17T09:18:42.865" v="3351"/>
          <ac:inkMkLst>
            <pc:docMk/>
            <pc:sldMk cId="214683730" sldId="286"/>
            <ac:inkMk id="16" creationId="{3C0C10A4-C80E-41DC-8A6B-725116CA722A}"/>
          </ac:inkMkLst>
        </pc:inkChg>
        <pc:inkChg chg="add">
          <ac:chgData name="" userId="d70b83f6f1e23693" providerId="LiveId" clId="{69643133-B62A-4E56-B5B0-B2DE61C671E2}" dt="2026-08-17T09:19:07.561" v="3352"/>
          <ac:inkMkLst>
            <pc:docMk/>
            <pc:sldMk cId="214683730" sldId="286"/>
            <ac:inkMk id="17" creationId="{CFA1F479-3397-4F56-AF47-9C0484822902}"/>
          </ac:inkMkLst>
        </pc:inkChg>
        <pc:inkChg chg="add">
          <ac:chgData name="" userId="d70b83f6f1e23693" providerId="LiveId" clId="{69643133-B62A-4E56-B5B0-B2DE61C671E2}" dt="2026-08-17T09:19:36.782" v="3353"/>
          <ac:inkMkLst>
            <pc:docMk/>
            <pc:sldMk cId="214683730" sldId="286"/>
            <ac:inkMk id="18" creationId="{44AC2316-B012-442B-B971-773271310B68}"/>
          </ac:inkMkLst>
        </pc:inkChg>
        <pc:inkChg chg="add del">
          <ac:chgData name="" userId="d70b83f6f1e23693" providerId="LiveId" clId="{69643133-B62A-4E56-B5B0-B2DE61C671E2}" dt="2026-08-17T09:19:41.802" v="3355"/>
          <ac:inkMkLst>
            <pc:docMk/>
            <pc:sldMk cId="214683730" sldId="286"/>
            <ac:inkMk id="19" creationId="{570D5C43-AF81-4D4D-B2C5-0D84BE63304D}"/>
          </ac:inkMkLst>
        </pc:inkChg>
        <pc:inkChg chg="add">
          <ac:chgData name="" userId="d70b83f6f1e23693" providerId="LiveId" clId="{69643133-B62A-4E56-B5B0-B2DE61C671E2}" dt="2026-08-17T09:19:41.802" v="3355"/>
          <ac:inkMkLst>
            <pc:docMk/>
            <pc:sldMk cId="214683730" sldId="286"/>
            <ac:inkMk id="20" creationId="{014FEFD2-572D-4116-9C6F-FFD9B79AE6AB}"/>
          </ac:inkMkLst>
        </pc:inkChg>
        <pc:inkChg chg="add">
          <ac:chgData name="" userId="d70b83f6f1e23693" providerId="LiveId" clId="{69643133-B62A-4E56-B5B0-B2DE61C671E2}" dt="2026-08-17T09:19:43.820" v="3356"/>
          <ac:inkMkLst>
            <pc:docMk/>
            <pc:sldMk cId="214683730" sldId="286"/>
            <ac:inkMk id="21" creationId="{37BCCFFB-40A5-449A-A0A6-3A42B5541C95}"/>
          </ac:inkMkLst>
        </pc:inkChg>
        <pc:inkChg chg="add">
          <ac:chgData name="" userId="d70b83f6f1e23693" providerId="LiveId" clId="{69643133-B62A-4E56-B5B0-B2DE61C671E2}" dt="2026-08-17T09:19:50.203" v="3357"/>
          <ac:inkMkLst>
            <pc:docMk/>
            <pc:sldMk cId="214683730" sldId="286"/>
            <ac:inkMk id="22" creationId="{44ACB862-C783-4E9F-AE5C-A4233AAEC631}"/>
          </ac:inkMkLst>
        </pc:inkChg>
      </pc:sldChg>
      <pc:sldChg chg="modSp">
        <pc:chgData name="" userId="d70b83f6f1e23693" providerId="LiveId" clId="{69643133-B62A-4E56-B5B0-B2DE61C671E2}" dt="2026-08-22T05:41:21.688" v="4688" actId="20577"/>
        <pc:sldMkLst>
          <pc:docMk/>
          <pc:sldMk cId="920010117" sldId="368"/>
        </pc:sldMkLst>
        <pc:spChg chg="mod">
          <ac:chgData name="" userId="d70b83f6f1e23693" providerId="LiveId" clId="{69643133-B62A-4E56-B5B0-B2DE61C671E2}" dt="2026-08-22T05:41:21.688" v="4688" actId="20577"/>
          <ac:spMkLst>
            <pc:docMk/>
            <pc:sldMk cId="920010117" sldId="368"/>
            <ac:spMk id="3" creationId="{3B836069-5299-344C-650E-E74318E8A742}"/>
          </ac:spMkLst>
        </pc:spChg>
      </pc:sldChg>
      <pc:sldChg chg="addSp delSp modSp add">
        <pc:chgData name="" userId="d70b83f6f1e23693" providerId="LiveId" clId="{69643133-B62A-4E56-B5B0-B2DE61C671E2}" dt="2026-09-06T02:42:54.246" v="7536" actId="478"/>
        <pc:sldMkLst>
          <pc:docMk/>
          <pc:sldMk cId="1534587171" sldId="369"/>
        </pc:sldMkLst>
        <pc:spChg chg="mod">
          <ac:chgData name="" userId="d70b83f6f1e23693" providerId="LiveId" clId="{69643133-B62A-4E56-B5B0-B2DE61C671E2}" dt="2026-08-23T12:49:23.453" v="6880" actId="6549"/>
          <ac:spMkLst>
            <pc:docMk/>
            <pc:sldMk cId="1534587171" sldId="369"/>
            <ac:spMk id="2" creationId="{C083D5EB-522E-49A7-940D-59CDE0A9C873}"/>
          </ac:spMkLst>
        </pc:spChg>
        <pc:spChg chg="mod">
          <ac:chgData name="" userId="d70b83f6f1e23693" providerId="LiveId" clId="{69643133-B62A-4E56-B5B0-B2DE61C671E2}" dt="2026-08-23T08:54:16.455" v="6876" actId="27636"/>
          <ac:spMkLst>
            <pc:docMk/>
            <pc:sldMk cId="1534587171" sldId="369"/>
            <ac:spMk id="3" creationId="{E0BE185D-E7B5-4AC6-8E6B-82BD5FB5AB95}"/>
          </ac:spMkLst>
        </pc:spChg>
        <pc:spChg chg="add del mod">
          <ac:chgData name="" userId="d70b83f6f1e23693" providerId="LiveId" clId="{69643133-B62A-4E56-B5B0-B2DE61C671E2}" dt="2026-09-06T02:42:54.246" v="7536" actId="478"/>
          <ac:spMkLst>
            <pc:docMk/>
            <pc:sldMk cId="1534587171" sldId="369"/>
            <ac:spMk id="22" creationId="{4BE8B5D7-5BC7-41E6-A137-7BB5B5C8796D}"/>
          </ac:spMkLst>
        </pc:spChg>
        <pc:picChg chg="add mod">
          <ac:chgData name="" userId="d70b83f6f1e23693" providerId="LiveId" clId="{69643133-B62A-4E56-B5B0-B2DE61C671E2}" dt="2026-08-23T08:54:24.978" v="6877" actId="1076"/>
          <ac:picMkLst>
            <pc:docMk/>
            <pc:sldMk cId="1534587171" sldId="369"/>
            <ac:picMk id="4" creationId="{339F6678-8D63-4709-9B85-8558A2C80316}"/>
          </ac:picMkLst>
        </pc:picChg>
      </pc:sldChg>
      <pc:sldChg chg="modSp add">
        <pc:chgData name="" userId="d70b83f6f1e23693" providerId="LiveId" clId="{69643133-B62A-4E56-B5B0-B2DE61C671E2}" dt="2026-08-22T05:44:35.615" v="4821" actId="20577"/>
        <pc:sldMkLst>
          <pc:docMk/>
          <pc:sldMk cId="2605149116" sldId="370"/>
        </pc:sldMkLst>
        <pc:spChg chg="mod">
          <ac:chgData name="" userId="d70b83f6f1e23693" providerId="LiveId" clId="{69643133-B62A-4E56-B5B0-B2DE61C671E2}" dt="2026-08-22T05:40:48.078" v="4637" actId="20577"/>
          <ac:spMkLst>
            <pc:docMk/>
            <pc:sldMk cId="2605149116" sldId="370"/>
            <ac:spMk id="2" creationId="{4E0FDF68-5290-4EBB-8D70-DE178BA755BD}"/>
          </ac:spMkLst>
        </pc:spChg>
        <pc:spChg chg="mod">
          <ac:chgData name="" userId="d70b83f6f1e23693" providerId="LiveId" clId="{69643133-B62A-4E56-B5B0-B2DE61C671E2}" dt="2026-08-22T05:44:35.615" v="4821" actId="20577"/>
          <ac:spMkLst>
            <pc:docMk/>
            <pc:sldMk cId="2605149116" sldId="370"/>
            <ac:spMk id="3" creationId="{95A157FC-D237-4D7F-9AFF-ED43E7073768}"/>
          </ac:spMkLst>
        </pc:spChg>
      </pc:sldChg>
      <pc:sldChg chg="addSp delSp modSp add">
        <pc:chgData name="" userId="d70b83f6f1e23693" providerId="LiveId" clId="{69643133-B62A-4E56-B5B0-B2DE61C671E2}" dt="2026-08-23T03:06:25.296" v="5915" actId="14100"/>
        <pc:sldMkLst>
          <pc:docMk/>
          <pc:sldMk cId="3617079221" sldId="371"/>
        </pc:sldMkLst>
        <pc:spChg chg="mod">
          <ac:chgData name="" userId="d70b83f6f1e23693" providerId="LiveId" clId="{69643133-B62A-4E56-B5B0-B2DE61C671E2}" dt="2026-08-23T03:05:15.854" v="5896"/>
          <ac:spMkLst>
            <pc:docMk/>
            <pc:sldMk cId="3617079221" sldId="371"/>
            <ac:spMk id="2" creationId="{C083D5EB-522E-49A7-940D-59CDE0A9C873}"/>
          </ac:spMkLst>
        </pc:spChg>
        <pc:spChg chg="mod">
          <ac:chgData name="" userId="d70b83f6f1e23693" providerId="LiveId" clId="{69643133-B62A-4E56-B5B0-B2DE61C671E2}" dt="2026-08-22T06:01:00.803" v="5354" actId="6549"/>
          <ac:spMkLst>
            <pc:docMk/>
            <pc:sldMk cId="3617079221" sldId="371"/>
            <ac:spMk id="3" creationId="{E0BE185D-E7B5-4AC6-8E6B-82BD5FB5AB95}"/>
          </ac:spMkLst>
        </pc:spChg>
        <pc:spChg chg="add mod">
          <ac:chgData name="" userId="d70b83f6f1e23693" providerId="LiveId" clId="{69643133-B62A-4E56-B5B0-B2DE61C671E2}" dt="2026-08-23T03:06:10.424" v="5908" actId="14100"/>
          <ac:spMkLst>
            <pc:docMk/>
            <pc:sldMk cId="3617079221" sldId="371"/>
            <ac:spMk id="6" creationId="{E5AC4F8C-2117-4DE0-A612-7909D1211D76}"/>
          </ac:spMkLst>
        </pc:spChg>
        <pc:spChg chg="add mod">
          <ac:chgData name="" userId="d70b83f6f1e23693" providerId="LiveId" clId="{69643133-B62A-4E56-B5B0-B2DE61C671E2}" dt="2026-08-23T03:06:25.296" v="5915" actId="14100"/>
          <ac:spMkLst>
            <pc:docMk/>
            <pc:sldMk cId="3617079221" sldId="371"/>
            <ac:spMk id="7" creationId="{A6AA6336-B36D-4473-B0CE-8B3256AB1D64}"/>
          </ac:spMkLst>
        </pc:spChg>
        <pc:picChg chg="del">
          <ac:chgData name="" userId="d70b83f6f1e23693" providerId="LiveId" clId="{69643133-B62A-4E56-B5B0-B2DE61C671E2}" dt="2026-08-22T06:01:06.027" v="5355" actId="478"/>
          <ac:picMkLst>
            <pc:docMk/>
            <pc:sldMk cId="3617079221" sldId="371"/>
            <ac:picMk id="4" creationId="{339F6678-8D63-4709-9B85-8558A2C80316}"/>
          </ac:picMkLst>
        </pc:picChg>
        <pc:picChg chg="add mod">
          <ac:chgData name="" userId="d70b83f6f1e23693" providerId="LiveId" clId="{69643133-B62A-4E56-B5B0-B2DE61C671E2}" dt="2026-08-22T06:03:17.099" v="5475" actId="1076"/>
          <ac:picMkLst>
            <pc:docMk/>
            <pc:sldMk cId="3617079221" sldId="371"/>
            <ac:picMk id="5" creationId="{927F3B05-D13F-4479-95C9-7A184FA2E9AC}"/>
          </ac:picMkLst>
        </pc:picChg>
        <pc:picChg chg="add mod modCrop">
          <ac:chgData name="" userId="d70b83f6f1e23693" providerId="LiveId" clId="{69643133-B62A-4E56-B5B0-B2DE61C671E2}" dt="2026-08-22T06:06:07.726" v="5569" actId="1076"/>
          <ac:picMkLst>
            <pc:docMk/>
            <pc:sldMk cId="3617079221" sldId="371"/>
            <ac:picMk id="8" creationId="{010A1E06-CFB6-42D4-A073-C559EA635274}"/>
          </ac:picMkLst>
        </pc:picChg>
      </pc:sldChg>
      <pc:sldChg chg="modSp add">
        <pc:chgData name="" userId="d70b83f6f1e23693" providerId="LiveId" clId="{69643133-B62A-4E56-B5B0-B2DE61C671E2}" dt="2026-09-07T04:18:43.086" v="9036" actId="6549"/>
        <pc:sldMkLst>
          <pc:docMk/>
          <pc:sldMk cId="3568325366" sldId="374"/>
        </pc:sldMkLst>
        <pc:spChg chg="mod">
          <ac:chgData name="" userId="d70b83f6f1e23693" providerId="LiveId" clId="{69643133-B62A-4E56-B5B0-B2DE61C671E2}" dt="2026-09-05T13:20:45.639" v="7222" actId="20577"/>
          <ac:spMkLst>
            <pc:docMk/>
            <pc:sldMk cId="3568325366" sldId="374"/>
            <ac:spMk id="2" creationId="{264D305A-567A-420F-A84D-8D7B4FA9E0DA}"/>
          </ac:spMkLst>
        </pc:spChg>
        <pc:spChg chg="mod">
          <ac:chgData name="" userId="d70b83f6f1e23693" providerId="LiveId" clId="{69643133-B62A-4E56-B5B0-B2DE61C671E2}" dt="2026-09-07T04:18:43.086" v="9036" actId="6549"/>
          <ac:spMkLst>
            <pc:docMk/>
            <pc:sldMk cId="3568325366" sldId="374"/>
            <ac:spMk id="3" creationId="{4BFA272E-1E8F-4BCE-BD6A-AD37B29BCB63}"/>
          </ac:spMkLst>
        </pc:spChg>
      </pc:sldChg>
      <pc:sldChg chg="modSp add ord">
        <pc:chgData name="" userId="d70b83f6f1e23693" providerId="LiveId" clId="{69643133-B62A-4E56-B5B0-B2DE61C671E2}" dt="2026-09-04T09:29:32.225" v="6991" actId="6549"/>
        <pc:sldMkLst>
          <pc:docMk/>
          <pc:sldMk cId="3225183410" sldId="376"/>
        </pc:sldMkLst>
        <pc:spChg chg="mod">
          <ac:chgData name="" userId="d70b83f6f1e23693" providerId="LiveId" clId="{69643133-B62A-4E56-B5B0-B2DE61C671E2}" dt="2026-09-04T09:29:32.225" v="6991" actId="6549"/>
          <ac:spMkLst>
            <pc:docMk/>
            <pc:sldMk cId="3225183410" sldId="376"/>
            <ac:spMk id="2" creationId="{09042BF6-E393-45B6-9122-76E3D0AD64EF}"/>
          </ac:spMkLst>
        </pc:spChg>
        <pc:spChg chg="mod">
          <ac:chgData name="" userId="d70b83f6f1e23693" providerId="LiveId" clId="{69643133-B62A-4E56-B5B0-B2DE61C671E2}" dt="2026-09-04T09:28:42.855" v="6981" actId="20577"/>
          <ac:spMkLst>
            <pc:docMk/>
            <pc:sldMk cId="3225183410" sldId="376"/>
            <ac:spMk id="3" creationId="{360CCB23-1755-4350-8E61-160583167D12}"/>
          </ac:spMkLst>
        </pc:spChg>
      </pc:sldChg>
      <pc:sldChg chg="addSp delSp modSp add">
        <pc:chgData name="" userId="d70b83f6f1e23693" providerId="LiveId" clId="{69643133-B62A-4E56-B5B0-B2DE61C671E2}" dt="2026-09-06T08:04:00.818" v="7767" actId="1076"/>
        <pc:sldMkLst>
          <pc:docMk/>
          <pc:sldMk cId="534512749" sldId="378"/>
        </pc:sldMkLst>
        <pc:spChg chg="del mod">
          <ac:chgData name="" userId="d70b83f6f1e23693" providerId="LiveId" clId="{69643133-B62A-4E56-B5B0-B2DE61C671E2}" dt="2026-09-06T08:03:45.043" v="7764" actId="478"/>
          <ac:spMkLst>
            <pc:docMk/>
            <pc:sldMk cId="534512749" sldId="378"/>
            <ac:spMk id="2" creationId="{4C1F5284-0212-44FE-8483-BF7747910286}"/>
          </ac:spMkLst>
        </pc:spChg>
        <pc:spChg chg="mod">
          <ac:chgData name="" userId="d70b83f6f1e23693" providerId="LiveId" clId="{69643133-B62A-4E56-B5B0-B2DE61C671E2}" dt="2026-09-06T08:03:56.618" v="7766" actId="1076"/>
          <ac:spMkLst>
            <pc:docMk/>
            <pc:sldMk cId="534512749" sldId="378"/>
            <ac:spMk id="3" creationId="{704839D2-34C1-44FF-BFCC-FBABEFDA7905}"/>
          </ac:spMkLst>
        </pc:spChg>
        <pc:spChg chg="add del">
          <ac:chgData name="" userId="d70b83f6f1e23693" providerId="LiveId" clId="{69643133-B62A-4E56-B5B0-B2DE61C671E2}" dt="2026-09-06T02:56:51.091" v="7542"/>
          <ac:spMkLst>
            <pc:docMk/>
            <pc:sldMk cId="534512749" sldId="378"/>
            <ac:spMk id="5" creationId="{5DD6ED2B-B8FD-4685-B1EF-9F2547EE597A}"/>
          </ac:spMkLst>
        </pc:spChg>
        <pc:spChg chg="add del mod">
          <ac:chgData name="" userId="d70b83f6f1e23693" providerId="LiveId" clId="{69643133-B62A-4E56-B5B0-B2DE61C671E2}" dt="2026-09-06T07:54:20.445" v="7741" actId="478"/>
          <ac:spMkLst>
            <pc:docMk/>
            <pc:sldMk cId="534512749" sldId="378"/>
            <ac:spMk id="8" creationId="{BF089176-C0B9-48A7-8E7E-0A5ECE521B95}"/>
          </ac:spMkLst>
        </pc:spChg>
        <pc:spChg chg="add mod">
          <ac:chgData name="" userId="d70b83f6f1e23693" providerId="LiveId" clId="{69643133-B62A-4E56-B5B0-B2DE61C671E2}" dt="2026-09-06T07:54:52.894" v="7745" actId="14100"/>
          <ac:spMkLst>
            <pc:docMk/>
            <pc:sldMk cId="534512749" sldId="378"/>
            <ac:spMk id="10" creationId="{9DC7A851-C8AE-411C-8C3A-97B7FD22B8CC}"/>
          </ac:spMkLst>
        </pc:spChg>
        <pc:spChg chg="add del mod">
          <ac:chgData name="" userId="d70b83f6f1e23693" providerId="LiveId" clId="{69643133-B62A-4E56-B5B0-B2DE61C671E2}" dt="2026-09-06T08:03:52.217" v="7765" actId="478"/>
          <ac:spMkLst>
            <pc:docMk/>
            <pc:sldMk cId="534512749" sldId="378"/>
            <ac:spMk id="15" creationId="{53504384-2439-4EC1-A492-545BB259F4CC}"/>
          </ac:spMkLst>
        </pc:spChg>
        <pc:graphicFrameChg chg="add del">
          <ac:chgData name="" userId="d70b83f6f1e23693" providerId="LiveId" clId="{69643133-B62A-4E56-B5B0-B2DE61C671E2}" dt="2026-09-06T02:56:51.091" v="7542"/>
          <ac:graphicFrameMkLst>
            <pc:docMk/>
            <pc:sldMk cId="534512749" sldId="378"/>
            <ac:graphicFrameMk id="4" creationId="{934D50F1-87D3-4F4A-A50B-68BE1AB9F9B7}"/>
          </ac:graphicFrameMkLst>
        </pc:graphicFrameChg>
        <pc:graphicFrameChg chg="add del mod modGraphic">
          <ac:chgData name="" userId="d70b83f6f1e23693" providerId="LiveId" clId="{69643133-B62A-4E56-B5B0-B2DE61C671E2}" dt="2026-09-06T07:55:31.257" v="7749" actId="478"/>
          <ac:graphicFrameMkLst>
            <pc:docMk/>
            <pc:sldMk cId="534512749" sldId="378"/>
            <ac:graphicFrameMk id="9" creationId="{4B2DA2A3-4A52-4AED-BDE1-2066F4F6E4CB}"/>
          </ac:graphicFrameMkLst>
        </pc:graphicFrameChg>
        <pc:graphicFrameChg chg="add del mod modGraphic">
          <ac:chgData name="" userId="d70b83f6f1e23693" providerId="LiveId" clId="{69643133-B62A-4E56-B5B0-B2DE61C671E2}" dt="2026-09-06T07:56:16.495" v="7757" actId="478"/>
          <ac:graphicFrameMkLst>
            <pc:docMk/>
            <pc:sldMk cId="534512749" sldId="378"/>
            <ac:graphicFrameMk id="11" creationId="{075DB149-E33E-4152-8A89-F86EF7309614}"/>
          </ac:graphicFrameMkLst>
        </pc:graphicFrameChg>
        <pc:picChg chg="add mod">
          <ac:chgData name="" userId="d70b83f6f1e23693" providerId="LiveId" clId="{69643133-B62A-4E56-B5B0-B2DE61C671E2}" dt="2026-09-06T08:04:00.818" v="7767" actId="1076"/>
          <ac:picMkLst>
            <pc:docMk/>
            <pc:sldMk cId="534512749" sldId="378"/>
            <ac:picMk id="12" creationId="{9C1FEA7E-F275-4E25-8904-FF499FBCE6FF}"/>
          </ac:picMkLst>
        </pc:picChg>
        <pc:picChg chg="add del">
          <ac:chgData name="" userId="d70b83f6f1e23693" providerId="LiveId" clId="{69643133-B62A-4E56-B5B0-B2DE61C671E2}" dt="2026-09-06T08:03:32.748" v="7763" actId="478"/>
          <ac:picMkLst>
            <pc:docMk/>
            <pc:sldMk cId="534512749" sldId="378"/>
            <ac:picMk id="13" creationId="{E80D15B5-DFA2-4432-83C5-A991AED95B19}"/>
          </ac:picMkLst>
        </pc:picChg>
      </pc:sldChg>
      <pc:sldChg chg="addSp delSp modSp add">
        <pc:chgData name="" userId="d70b83f6f1e23693" providerId="LiveId" clId="{69643133-B62A-4E56-B5B0-B2DE61C671E2}" dt="2026-09-06T02:23:16.572" v="7535" actId="20577"/>
        <pc:sldMkLst>
          <pc:docMk/>
          <pc:sldMk cId="792837473" sldId="379"/>
        </pc:sldMkLst>
        <pc:spChg chg="mod">
          <ac:chgData name="" userId="d70b83f6f1e23693" providerId="LiveId" clId="{69643133-B62A-4E56-B5B0-B2DE61C671E2}" dt="2026-09-06T02:17:27.113" v="7429" actId="20577"/>
          <ac:spMkLst>
            <pc:docMk/>
            <pc:sldMk cId="792837473" sldId="379"/>
            <ac:spMk id="2" creationId="{C31916E1-FA61-419F-AA7C-8ED3BA87E34B}"/>
          </ac:spMkLst>
        </pc:spChg>
        <pc:spChg chg="del mod">
          <ac:chgData name="" userId="d70b83f6f1e23693" providerId="LiveId" clId="{69643133-B62A-4E56-B5B0-B2DE61C671E2}" dt="2026-09-06T01:59:27.345" v="7249" actId="478"/>
          <ac:spMkLst>
            <pc:docMk/>
            <pc:sldMk cId="792837473" sldId="379"/>
            <ac:spMk id="3" creationId="{BE2BB9FC-6FFB-4D06-A4CF-096F57A87BA2}"/>
          </ac:spMkLst>
        </pc:spChg>
        <pc:spChg chg="add mod">
          <ac:chgData name="" userId="d70b83f6f1e23693" providerId="LiveId" clId="{69643133-B62A-4E56-B5B0-B2DE61C671E2}" dt="2026-09-06T02:04:41.780" v="7301" actId="1076"/>
          <ac:spMkLst>
            <pc:docMk/>
            <pc:sldMk cId="792837473" sldId="379"/>
            <ac:spMk id="6" creationId="{2288E736-E450-451A-8D0E-D8EF2E4B610C}"/>
          </ac:spMkLst>
        </pc:spChg>
        <pc:spChg chg="add mod">
          <ac:chgData name="" userId="d70b83f6f1e23693" providerId="LiveId" clId="{69643133-B62A-4E56-B5B0-B2DE61C671E2}" dt="2026-09-06T02:04:06.892" v="7281" actId="1076"/>
          <ac:spMkLst>
            <pc:docMk/>
            <pc:sldMk cId="792837473" sldId="379"/>
            <ac:spMk id="7" creationId="{26AF2E4C-5689-4E32-84CA-7A1FD6955285}"/>
          </ac:spMkLst>
        </pc:spChg>
        <pc:spChg chg="add mod">
          <ac:chgData name="" userId="d70b83f6f1e23693" providerId="LiveId" clId="{69643133-B62A-4E56-B5B0-B2DE61C671E2}" dt="2026-09-06T02:05:38.596" v="7316" actId="1076"/>
          <ac:spMkLst>
            <pc:docMk/>
            <pc:sldMk cId="792837473" sldId="379"/>
            <ac:spMk id="9" creationId="{6BB5107A-C2DD-4665-920B-EEC47086F470}"/>
          </ac:spMkLst>
        </pc:spChg>
        <pc:spChg chg="add mod">
          <ac:chgData name="" userId="d70b83f6f1e23693" providerId="LiveId" clId="{69643133-B62A-4E56-B5B0-B2DE61C671E2}" dt="2026-09-06T02:12:30.429" v="7330" actId="1076"/>
          <ac:spMkLst>
            <pc:docMk/>
            <pc:sldMk cId="792837473" sldId="379"/>
            <ac:spMk id="11" creationId="{AB5A1559-E98D-48D7-96E1-FF0944838581}"/>
          </ac:spMkLst>
        </pc:spChg>
        <pc:spChg chg="add mod">
          <ac:chgData name="" userId="d70b83f6f1e23693" providerId="LiveId" clId="{69643133-B62A-4E56-B5B0-B2DE61C671E2}" dt="2026-09-06T02:14:33.019" v="7379"/>
          <ac:spMkLst>
            <pc:docMk/>
            <pc:sldMk cId="792837473" sldId="379"/>
            <ac:spMk id="16" creationId="{878508BF-CF3B-4790-A4D8-B63933C3F7A1}"/>
          </ac:spMkLst>
        </pc:spChg>
        <pc:spChg chg="add mod">
          <ac:chgData name="" userId="d70b83f6f1e23693" providerId="LiveId" clId="{69643133-B62A-4E56-B5B0-B2DE61C671E2}" dt="2026-09-06T02:16:18.859" v="7396" actId="20577"/>
          <ac:spMkLst>
            <pc:docMk/>
            <pc:sldMk cId="792837473" sldId="379"/>
            <ac:spMk id="25" creationId="{F3C0E03F-0BDA-4A5A-B46B-ED16CE6AE4E7}"/>
          </ac:spMkLst>
        </pc:spChg>
        <pc:spChg chg="add mod">
          <ac:chgData name="" userId="d70b83f6f1e23693" providerId="LiveId" clId="{69643133-B62A-4E56-B5B0-B2DE61C671E2}" dt="2026-09-06T02:18:16.583" v="7466" actId="14100"/>
          <ac:spMkLst>
            <pc:docMk/>
            <pc:sldMk cId="792837473" sldId="379"/>
            <ac:spMk id="26" creationId="{0AC9E470-3B00-437F-8F76-EEFA730F9E3C}"/>
          </ac:spMkLst>
        </pc:spChg>
        <pc:spChg chg="add mod">
          <ac:chgData name="" userId="d70b83f6f1e23693" providerId="LiveId" clId="{69643133-B62A-4E56-B5B0-B2DE61C671E2}" dt="2026-09-06T02:18:31.256" v="7469" actId="20577"/>
          <ac:spMkLst>
            <pc:docMk/>
            <pc:sldMk cId="792837473" sldId="379"/>
            <ac:spMk id="27" creationId="{FDBE7974-6F19-4D2E-9DFF-BBA61FADCCC7}"/>
          </ac:spMkLst>
        </pc:spChg>
        <pc:spChg chg="add mod">
          <ac:chgData name="" userId="d70b83f6f1e23693" providerId="LiveId" clId="{69643133-B62A-4E56-B5B0-B2DE61C671E2}" dt="2026-09-06T02:23:16.572" v="7535" actId="20577"/>
          <ac:spMkLst>
            <pc:docMk/>
            <pc:sldMk cId="792837473" sldId="379"/>
            <ac:spMk id="34" creationId="{8E71B26B-B81A-4BB5-A8D5-5C6B9D424B6D}"/>
          </ac:spMkLst>
        </pc:spChg>
        <pc:picChg chg="add mod">
          <ac:chgData name="" userId="d70b83f6f1e23693" providerId="LiveId" clId="{69643133-B62A-4E56-B5B0-B2DE61C671E2}" dt="2026-09-06T02:05:41.830" v="7317" actId="1076"/>
          <ac:picMkLst>
            <pc:docMk/>
            <pc:sldMk cId="792837473" sldId="379"/>
            <ac:picMk id="4" creationId="{42F09BB8-597B-4DE5-B0A7-92D8F3FA0037}"/>
          </ac:picMkLst>
        </pc:picChg>
        <pc:picChg chg="add mod">
          <ac:chgData name="" userId="d70b83f6f1e23693" providerId="LiveId" clId="{69643133-B62A-4E56-B5B0-B2DE61C671E2}" dt="2026-09-06T02:03:09.432" v="7265" actId="1076"/>
          <ac:picMkLst>
            <pc:docMk/>
            <pc:sldMk cId="792837473" sldId="379"/>
            <ac:picMk id="5" creationId="{E99BE97A-00CC-4DEA-B676-9BC5E36BC94F}"/>
          </ac:picMkLst>
        </pc:picChg>
        <pc:picChg chg="add mod">
          <ac:chgData name="" userId="d70b83f6f1e23693" providerId="LiveId" clId="{69643133-B62A-4E56-B5B0-B2DE61C671E2}" dt="2026-09-06T02:13:43.156" v="7339" actId="1076"/>
          <ac:picMkLst>
            <pc:docMk/>
            <pc:sldMk cId="792837473" sldId="379"/>
            <ac:picMk id="8" creationId="{F175E022-34F1-47E9-92F7-1E483444C494}"/>
          </ac:picMkLst>
        </pc:picChg>
        <pc:picChg chg="add mod">
          <ac:chgData name="" userId="d70b83f6f1e23693" providerId="LiveId" clId="{69643133-B62A-4E56-B5B0-B2DE61C671E2}" dt="2026-09-06T02:15:15.339" v="7382" actId="1076"/>
          <ac:picMkLst>
            <pc:docMk/>
            <pc:sldMk cId="792837473" sldId="379"/>
            <ac:picMk id="10" creationId="{666C4F6F-C6E5-4A0C-A738-6D68A6FDF6E5}"/>
          </ac:picMkLst>
        </pc:picChg>
        <pc:picChg chg="add mod">
          <ac:chgData name="" userId="d70b83f6f1e23693" providerId="LiveId" clId="{69643133-B62A-4E56-B5B0-B2DE61C671E2}" dt="2026-09-06T02:15:36.723" v="7385" actId="571"/>
          <ac:picMkLst>
            <pc:docMk/>
            <pc:sldMk cId="792837473" sldId="379"/>
            <ac:picMk id="21" creationId="{C7A1F721-E4ED-455F-A982-00AE3C2F4A27}"/>
          </ac:picMkLst>
        </pc:picChg>
        <pc:picChg chg="add mod">
          <ac:chgData name="" userId="d70b83f6f1e23693" providerId="LiveId" clId="{69643133-B62A-4E56-B5B0-B2DE61C671E2}" dt="2026-09-06T02:19:51.039" v="7474" actId="1076"/>
          <ac:picMkLst>
            <pc:docMk/>
            <pc:sldMk cId="792837473" sldId="379"/>
            <ac:picMk id="29" creationId="{317EE52D-5954-453B-9A5A-278A41BC920A}"/>
          </ac:picMkLst>
        </pc:picChg>
        <pc:picChg chg="add mod">
          <ac:chgData name="" userId="d70b83f6f1e23693" providerId="LiveId" clId="{69643133-B62A-4E56-B5B0-B2DE61C671E2}" dt="2026-09-06T02:21:51.399" v="7476" actId="1076"/>
          <ac:picMkLst>
            <pc:docMk/>
            <pc:sldMk cId="792837473" sldId="379"/>
            <ac:picMk id="31" creationId="{9A1ADF4A-5B53-4CA4-B8D2-4F28FAA6FF9D}"/>
          </ac:picMkLst>
        </pc:picChg>
        <pc:picChg chg="add del mod">
          <ac:chgData name="" userId="d70b83f6f1e23693" providerId="LiveId" clId="{69643133-B62A-4E56-B5B0-B2DE61C671E2}" dt="2026-09-06T02:22:01.863" v="7478" actId="478"/>
          <ac:picMkLst>
            <pc:docMk/>
            <pc:sldMk cId="792837473" sldId="379"/>
            <ac:picMk id="33" creationId="{F0AC9AED-83DC-4174-9C28-E574FB397051}"/>
          </ac:picMkLst>
        </pc:picChg>
        <pc:picChg chg="add mod">
          <ac:chgData name="" userId="d70b83f6f1e23693" providerId="LiveId" clId="{69643133-B62A-4E56-B5B0-B2DE61C671E2}" dt="2026-09-06T02:01:49.823" v="7263" actId="1076"/>
          <ac:picMkLst>
            <pc:docMk/>
            <pc:sldMk cId="792837473" sldId="379"/>
            <ac:picMk id="1026" creationId="{B5F5BB8C-AF06-4502-82A0-D5F806AEDF77}"/>
          </ac:picMkLst>
        </pc:picChg>
        <pc:cxnChg chg="add mod">
          <ac:chgData name="" userId="d70b83f6f1e23693" providerId="LiveId" clId="{69643133-B62A-4E56-B5B0-B2DE61C671E2}" dt="2026-09-06T02:14:05.022" v="7343" actId="1076"/>
          <ac:cxnSpMkLst>
            <pc:docMk/>
            <pc:sldMk cId="792837473" sldId="379"/>
            <ac:cxnSpMk id="13" creationId="{CEA7DFB9-4341-49CA-B89E-3729A26521DA}"/>
          </ac:cxnSpMkLst>
        </pc:cxnChg>
        <pc:cxnChg chg="add mod">
          <ac:chgData name="" userId="d70b83f6f1e23693" providerId="LiveId" clId="{69643133-B62A-4E56-B5B0-B2DE61C671E2}" dt="2026-09-06T02:15:11.689" v="7381" actId="11529"/>
          <ac:cxnSpMkLst>
            <pc:docMk/>
            <pc:sldMk cId="792837473" sldId="379"/>
            <ac:cxnSpMk id="17" creationId="{9F9D8488-9862-46E3-92EA-014B28C27D93}"/>
          </ac:cxnSpMkLst>
        </pc:cxnChg>
        <pc:cxnChg chg="add mod">
          <ac:chgData name="" userId="d70b83f6f1e23693" providerId="LiveId" clId="{69643133-B62A-4E56-B5B0-B2DE61C671E2}" dt="2026-09-06T02:15:49.189" v="7386" actId="14100"/>
          <ac:cxnSpMkLst>
            <pc:docMk/>
            <pc:sldMk cId="792837473" sldId="379"/>
            <ac:cxnSpMk id="19" creationId="{0E78C551-18EE-44AC-B587-946A6AB2A975}"/>
          </ac:cxnSpMkLst>
        </pc:cxnChg>
        <pc:cxnChg chg="add mod">
          <ac:chgData name="" userId="d70b83f6f1e23693" providerId="LiveId" clId="{69643133-B62A-4E56-B5B0-B2DE61C671E2}" dt="2026-09-06T02:16:01.360" v="7388" actId="14100"/>
          <ac:cxnSpMkLst>
            <pc:docMk/>
            <pc:sldMk cId="792837473" sldId="379"/>
            <ac:cxnSpMk id="23" creationId="{EBC66AD2-1310-4D85-A938-6592FE6F10AC}"/>
          </ac:cxnSpMkLst>
        </pc:cxnChg>
        <pc:cxnChg chg="add mod">
          <ac:chgData name="" userId="d70b83f6f1e23693" providerId="LiveId" clId="{69643133-B62A-4E56-B5B0-B2DE61C671E2}" dt="2026-09-06T02:19:06.896" v="7472" actId="693"/>
          <ac:cxnSpMkLst>
            <pc:docMk/>
            <pc:sldMk cId="792837473" sldId="379"/>
            <ac:cxnSpMk id="28" creationId="{87FF79B3-E6D8-4B77-B3CA-362682247B5C}"/>
          </ac:cxnSpMkLst>
        </pc:cxnChg>
      </pc:sldChg>
      <pc:sldChg chg="addSp delSp modSp">
        <pc:chgData name="" userId="d70b83f6f1e23693" providerId="LiveId" clId="{69643133-B62A-4E56-B5B0-B2DE61C671E2}" dt="2026-09-06T07:52:53.644" v="7738" actId="20577"/>
        <pc:sldMkLst>
          <pc:docMk/>
          <pc:sldMk cId="0" sldId="380"/>
        </pc:sldMkLst>
        <pc:spChg chg="mod">
          <ac:chgData name="" userId="d70b83f6f1e23693" providerId="LiveId" clId="{69643133-B62A-4E56-B5B0-B2DE61C671E2}" dt="2026-09-06T06:24:07.445" v="7553" actId="14100"/>
          <ac:spMkLst>
            <pc:docMk/>
            <pc:sldMk cId="0" sldId="380"/>
            <ac:spMk id="2" creationId="{00000000-0000-0000-0000-000000000000}"/>
          </ac:spMkLst>
        </pc:spChg>
        <pc:spChg chg="mod">
          <ac:chgData name="" userId="d70b83f6f1e23693" providerId="LiveId" clId="{69643133-B62A-4E56-B5B0-B2DE61C671E2}" dt="2026-09-06T06:28:55.277" v="7601" actId="14100"/>
          <ac:spMkLst>
            <pc:docMk/>
            <pc:sldMk cId="0" sldId="380"/>
            <ac:spMk id="3" creationId="{00000000-0000-0000-0000-000000000000}"/>
          </ac:spMkLst>
        </pc:spChg>
        <pc:spChg chg="mod">
          <ac:chgData name="" userId="d70b83f6f1e23693" providerId="LiveId" clId="{69643133-B62A-4E56-B5B0-B2DE61C671E2}" dt="2026-09-06T06:29:14.806" v="7603" actId="1076"/>
          <ac:spMkLst>
            <pc:docMk/>
            <pc:sldMk cId="0" sldId="380"/>
            <ac:spMk id="4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5" creationId="{00000000-0000-0000-0000-000000000000}"/>
          </ac:spMkLst>
        </pc:spChg>
        <pc:spChg chg="mod">
          <ac:chgData name="" userId="d70b83f6f1e23693" providerId="LiveId" clId="{69643133-B62A-4E56-B5B0-B2DE61C671E2}" dt="2026-09-06T06:29:27.482" v="7605" actId="6549"/>
          <ac:spMkLst>
            <pc:docMk/>
            <pc:sldMk cId="0" sldId="380"/>
            <ac:spMk id="6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7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8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9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10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11" creationId="{00000000-0000-0000-0000-000000000000}"/>
          </ac:spMkLst>
        </pc:spChg>
        <pc:spChg chg="mod">
          <ac:chgData name="" userId="d70b83f6f1e23693" providerId="LiveId" clId="{69643133-B62A-4E56-B5B0-B2DE61C671E2}" dt="2026-09-06T06:28:28.606" v="7595" actId="1076"/>
          <ac:spMkLst>
            <pc:docMk/>
            <pc:sldMk cId="0" sldId="380"/>
            <ac:spMk id="12" creationId="{00000000-0000-0000-0000-000000000000}"/>
          </ac:spMkLst>
        </pc:spChg>
        <pc:spChg chg="mod">
          <ac:chgData name="" userId="d70b83f6f1e23693" providerId="LiveId" clId="{69643133-B62A-4E56-B5B0-B2DE61C671E2}" dt="2026-09-06T07:52:53.644" v="7738" actId="20577"/>
          <ac:spMkLst>
            <pc:docMk/>
            <pc:sldMk cId="0" sldId="380"/>
            <ac:spMk id="13" creationId="{00000000-0000-0000-0000-000000000000}"/>
          </ac:spMkLst>
        </pc:spChg>
        <pc:graphicFrameChg chg="add del">
          <ac:chgData name="" userId="d70b83f6f1e23693" providerId="LiveId" clId="{69643133-B62A-4E56-B5B0-B2DE61C671E2}" dt="2026-09-06T07:49:42.825" v="7656"/>
          <ac:graphicFrameMkLst>
            <pc:docMk/>
            <pc:sldMk cId="0" sldId="380"/>
            <ac:graphicFrameMk id="15" creationId="{A8A72575-A97F-4C1D-AF03-69EA7DD0C8CA}"/>
          </ac:graphicFrameMkLst>
        </pc:graphicFrameChg>
        <pc:graphicFrameChg chg="add del">
          <ac:chgData name="" userId="d70b83f6f1e23693" providerId="LiveId" clId="{69643133-B62A-4E56-B5B0-B2DE61C671E2}" dt="2026-09-06T07:49:47.605" v="7658"/>
          <ac:graphicFrameMkLst>
            <pc:docMk/>
            <pc:sldMk cId="0" sldId="380"/>
            <ac:graphicFrameMk id="16" creationId="{6BBD7F1B-F538-41FB-B3EE-1669A62962E1}"/>
          </ac:graphicFrameMkLst>
        </pc:graphicFrameChg>
        <pc:picChg chg="add mod">
          <ac:chgData name="" userId="d70b83f6f1e23693" providerId="LiveId" clId="{69643133-B62A-4E56-B5B0-B2DE61C671E2}" dt="2026-09-06T07:46:31.938" v="7610" actId="1076"/>
          <ac:picMkLst>
            <pc:docMk/>
            <pc:sldMk cId="0" sldId="380"/>
            <ac:picMk id="14" creationId="{BD5AE1C3-7AF5-4058-9F00-D9D7CAF58E2D}"/>
          </ac:picMkLst>
        </pc:picChg>
      </pc:sldChg>
      <pc:sldChg chg="addSp delSp modSp add">
        <pc:chgData name="" userId="d70b83f6f1e23693" providerId="LiveId" clId="{69643133-B62A-4E56-B5B0-B2DE61C671E2}" dt="2026-09-06T08:06:16.574" v="7775" actId="1076"/>
        <pc:sldMkLst>
          <pc:docMk/>
          <pc:sldMk cId="2419227027" sldId="381"/>
        </pc:sldMkLst>
        <pc:spChg chg="mod">
          <ac:chgData name="" userId="d70b83f6f1e23693" providerId="LiveId" clId="{69643133-B62A-4E56-B5B0-B2DE61C671E2}" dt="2026-09-06T08:05:12.644" v="7770" actId="12"/>
          <ac:spMkLst>
            <pc:docMk/>
            <pc:sldMk cId="2419227027" sldId="381"/>
            <ac:spMk id="3" creationId="{704839D2-34C1-44FF-BFCC-FBABEFDA7905}"/>
          </ac:spMkLst>
        </pc:spChg>
        <pc:picChg chg="add mod">
          <ac:chgData name="" userId="d70b83f6f1e23693" providerId="LiveId" clId="{69643133-B62A-4E56-B5B0-B2DE61C671E2}" dt="2026-09-06T08:06:16.574" v="7775" actId="1076"/>
          <ac:picMkLst>
            <pc:docMk/>
            <pc:sldMk cId="2419227027" sldId="381"/>
            <ac:picMk id="2" creationId="{B221FF09-731E-4F61-9C24-D88EEA3573B7}"/>
          </ac:picMkLst>
        </pc:picChg>
        <pc:picChg chg="del">
          <ac:chgData name="" userId="d70b83f6f1e23693" providerId="LiveId" clId="{69643133-B62A-4E56-B5B0-B2DE61C671E2}" dt="2026-09-06T08:06:05.944" v="7772" actId="478"/>
          <ac:picMkLst>
            <pc:docMk/>
            <pc:sldMk cId="2419227027" sldId="381"/>
            <ac:picMk id="12" creationId="{9C1FEA7E-F275-4E25-8904-FF499FBCE6FF}"/>
          </ac:picMkLst>
        </pc:picChg>
      </pc:sldChg>
      <pc:sldChg chg="addSp delSp modSp add">
        <pc:chgData name="" userId="d70b83f6f1e23693" providerId="LiveId" clId="{69643133-B62A-4E56-B5B0-B2DE61C671E2}" dt="2026-09-06T08:07:37.269" v="7787" actId="1076"/>
        <pc:sldMkLst>
          <pc:docMk/>
          <pc:sldMk cId="3286643590" sldId="382"/>
        </pc:sldMkLst>
        <pc:spChg chg="mod">
          <ac:chgData name="" userId="d70b83f6f1e23693" providerId="LiveId" clId="{69643133-B62A-4E56-B5B0-B2DE61C671E2}" dt="2026-09-06T08:07:37.269" v="7787" actId="1076"/>
          <ac:spMkLst>
            <pc:docMk/>
            <pc:sldMk cId="3286643590" sldId="382"/>
            <ac:spMk id="3" creationId="{704839D2-34C1-44FF-BFCC-FBABEFDA7905}"/>
          </ac:spMkLst>
        </pc:spChg>
        <pc:picChg chg="del">
          <ac:chgData name="" userId="d70b83f6f1e23693" providerId="LiveId" clId="{69643133-B62A-4E56-B5B0-B2DE61C671E2}" dt="2026-09-06T08:06:50.647" v="7780" actId="478"/>
          <ac:picMkLst>
            <pc:docMk/>
            <pc:sldMk cId="3286643590" sldId="382"/>
            <ac:picMk id="2" creationId="{B221FF09-731E-4F61-9C24-D88EEA3573B7}"/>
          </ac:picMkLst>
        </pc:picChg>
        <pc:picChg chg="add mod modCrop">
          <ac:chgData name="" userId="d70b83f6f1e23693" providerId="LiveId" clId="{69643133-B62A-4E56-B5B0-B2DE61C671E2}" dt="2026-09-06T08:07:04.599" v="7784" actId="732"/>
          <ac:picMkLst>
            <pc:docMk/>
            <pc:sldMk cId="3286643590" sldId="382"/>
            <ac:picMk id="4" creationId="{99DEA468-D52C-4B66-B877-EFE3A4D28147}"/>
          </ac:picMkLst>
        </pc:picChg>
      </pc:sldChg>
      <pc:sldChg chg="addSp delSp modSp add">
        <pc:chgData name="" userId="d70b83f6f1e23693" providerId="LiveId" clId="{69643133-B62A-4E56-B5B0-B2DE61C671E2}" dt="2026-09-06T08:09:38.635" v="7793" actId="12"/>
        <pc:sldMkLst>
          <pc:docMk/>
          <pc:sldMk cId="1959470219" sldId="383"/>
        </pc:sldMkLst>
        <pc:spChg chg="mod">
          <ac:chgData name="" userId="d70b83f6f1e23693" providerId="LiveId" clId="{69643133-B62A-4E56-B5B0-B2DE61C671E2}" dt="2026-09-06T08:09:38.635" v="7793" actId="12"/>
          <ac:spMkLst>
            <pc:docMk/>
            <pc:sldMk cId="1959470219" sldId="383"/>
            <ac:spMk id="3" creationId="{704839D2-34C1-44FF-BFCC-FBABEFDA7905}"/>
          </ac:spMkLst>
        </pc:spChg>
        <pc:picChg chg="del">
          <ac:chgData name="" userId="d70b83f6f1e23693" providerId="LiveId" clId="{69643133-B62A-4E56-B5B0-B2DE61C671E2}" dt="2026-09-06T08:08:43.753" v="7788" actId="478"/>
          <ac:picMkLst>
            <pc:docMk/>
            <pc:sldMk cId="1959470219" sldId="383"/>
            <ac:picMk id="2" creationId="{B221FF09-731E-4F61-9C24-D88EEA3573B7}"/>
          </ac:picMkLst>
        </pc:picChg>
        <pc:picChg chg="add mod">
          <ac:chgData name="" userId="d70b83f6f1e23693" providerId="LiveId" clId="{69643133-B62A-4E56-B5B0-B2DE61C671E2}" dt="2026-09-06T08:08:51.353" v="7791" actId="14100"/>
          <ac:picMkLst>
            <pc:docMk/>
            <pc:sldMk cId="1959470219" sldId="383"/>
            <ac:picMk id="4" creationId="{2B1A5490-C8B4-4583-AEB9-57C77C718687}"/>
          </ac:picMkLst>
        </pc:picChg>
      </pc:sldChg>
      <pc:sldChg chg="addSp delSp modSp add">
        <pc:chgData name="" userId="d70b83f6f1e23693" providerId="LiveId" clId="{69643133-B62A-4E56-B5B0-B2DE61C671E2}" dt="2026-09-06T08:11:29.036" v="7803" actId="1076"/>
        <pc:sldMkLst>
          <pc:docMk/>
          <pc:sldMk cId="4066421669" sldId="384"/>
        </pc:sldMkLst>
        <pc:spChg chg="mod">
          <ac:chgData name="" userId="d70b83f6f1e23693" providerId="LiveId" clId="{69643133-B62A-4E56-B5B0-B2DE61C671E2}" dt="2026-09-06T08:11:22.393" v="7802" actId="27636"/>
          <ac:spMkLst>
            <pc:docMk/>
            <pc:sldMk cId="4066421669" sldId="384"/>
            <ac:spMk id="3" creationId="{704839D2-34C1-44FF-BFCC-FBABEFDA7905}"/>
          </ac:spMkLst>
        </pc:spChg>
        <pc:picChg chg="del">
          <ac:chgData name="" userId="d70b83f6f1e23693" providerId="LiveId" clId="{69643133-B62A-4E56-B5B0-B2DE61C671E2}" dt="2026-09-06T08:10:13.481" v="7794" actId="478"/>
          <ac:picMkLst>
            <pc:docMk/>
            <pc:sldMk cId="4066421669" sldId="384"/>
            <ac:picMk id="2" creationId="{B221FF09-731E-4F61-9C24-D88EEA3573B7}"/>
          </ac:picMkLst>
        </pc:picChg>
        <pc:picChg chg="add mod">
          <ac:chgData name="" userId="d70b83f6f1e23693" providerId="LiveId" clId="{69643133-B62A-4E56-B5B0-B2DE61C671E2}" dt="2026-09-06T08:11:29.036" v="7803" actId="1076"/>
          <ac:picMkLst>
            <pc:docMk/>
            <pc:sldMk cId="4066421669" sldId="384"/>
            <ac:picMk id="4" creationId="{96194B19-3340-4C81-932F-841D0B72AD7E}"/>
          </ac:picMkLst>
        </pc:picChg>
      </pc:sldChg>
      <pc:sldChg chg="addSp delSp modSp add">
        <pc:chgData name="" userId="d70b83f6f1e23693" providerId="LiveId" clId="{69643133-B62A-4E56-B5B0-B2DE61C671E2}" dt="2026-09-06T08:13:37.048" v="7810" actId="1076"/>
        <pc:sldMkLst>
          <pc:docMk/>
          <pc:sldMk cId="3193840091" sldId="385"/>
        </pc:sldMkLst>
        <pc:spChg chg="mod">
          <ac:chgData name="" userId="d70b83f6f1e23693" providerId="LiveId" clId="{69643133-B62A-4E56-B5B0-B2DE61C671E2}" dt="2026-09-06T08:13:37.048" v="7810" actId="1076"/>
          <ac:spMkLst>
            <pc:docMk/>
            <pc:sldMk cId="3193840091" sldId="385"/>
            <ac:spMk id="3" creationId="{704839D2-34C1-44FF-BFCC-FBABEFDA7905}"/>
          </ac:spMkLst>
        </pc:spChg>
        <pc:picChg chg="del">
          <ac:chgData name="" userId="d70b83f6f1e23693" providerId="LiveId" clId="{69643133-B62A-4E56-B5B0-B2DE61C671E2}" dt="2026-09-06T08:13:18.880" v="7806" actId="478"/>
          <ac:picMkLst>
            <pc:docMk/>
            <pc:sldMk cId="3193840091" sldId="385"/>
            <ac:picMk id="2" creationId="{B221FF09-731E-4F61-9C24-D88EEA3573B7}"/>
          </ac:picMkLst>
        </pc:picChg>
        <pc:picChg chg="add mod">
          <ac:chgData name="" userId="d70b83f6f1e23693" providerId="LiveId" clId="{69643133-B62A-4E56-B5B0-B2DE61C671E2}" dt="2026-09-06T08:13:31.796" v="7809" actId="14100"/>
          <ac:picMkLst>
            <pc:docMk/>
            <pc:sldMk cId="3193840091" sldId="385"/>
            <ac:picMk id="4" creationId="{1F44DC1B-4D9C-4ABC-ABBA-0F028D76516A}"/>
          </ac:picMkLst>
        </pc:picChg>
      </pc:sldChg>
      <pc:sldChg chg="addSp delSp modSp add">
        <pc:chgData name="" userId="d70b83f6f1e23693" providerId="LiveId" clId="{69643133-B62A-4E56-B5B0-B2DE61C671E2}" dt="2026-09-06T08:15:54.382" v="7849" actId="12"/>
        <pc:sldMkLst>
          <pc:docMk/>
          <pc:sldMk cId="4015926274" sldId="386"/>
        </pc:sldMkLst>
        <pc:spChg chg="mod">
          <ac:chgData name="" userId="d70b83f6f1e23693" providerId="LiveId" clId="{69643133-B62A-4E56-B5B0-B2DE61C671E2}" dt="2026-09-06T08:15:54.382" v="7849" actId="12"/>
          <ac:spMkLst>
            <pc:docMk/>
            <pc:sldMk cId="4015926274" sldId="386"/>
            <ac:spMk id="3" creationId="{704839D2-34C1-44FF-BFCC-FBABEFDA7905}"/>
          </ac:spMkLst>
        </pc:spChg>
        <pc:picChg chg="add mod">
          <ac:chgData name="" userId="d70b83f6f1e23693" providerId="LiveId" clId="{69643133-B62A-4E56-B5B0-B2DE61C671E2}" dt="2026-09-06T08:14:17.470" v="7817" actId="14100"/>
          <ac:picMkLst>
            <pc:docMk/>
            <pc:sldMk cId="4015926274" sldId="386"/>
            <ac:picMk id="2" creationId="{E36578C2-7F6D-4AFD-BC65-11E8417AEE37}"/>
          </ac:picMkLst>
        </pc:picChg>
        <pc:picChg chg="del">
          <ac:chgData name="" userId="d70b83f6f1e23693" providerId="LiveId" clId="{69643133-B62A-4E56-B5B0-B2DE61C671E2}" dt="2026-09-06T08:14:09.322" v="7814" actId="478"/>
          <ac:picMkLst>
            <pc:docMk/>
            <pc:sldMk cId="4015926274" sldId="386"/>
            <ac:picMk id="4" creationId="{1F44DC1B-4D9C-4ABC-ABBA-0F028D76516A}"/>
          </ac:picMkLst>
        </pc:picChg>
      </pc:sldChg>
      <pc:sldChg chg="addSp delSp modSp add">
        <pc:chgData name="" userId="d70b83f6f1e23693" providerId="LiveId" clId="{69643133-B62A-4E56-B5B0-B2DE61C671E2}" dt="2026-09-06T08:20:11.028" v="7860" actId="20577"/>
        <pc:sldMkLst>
          <pc:docMk/>
          <pc:sldMk cId="2405672282" sldId="387"/>
        </pc:sldMkLst>
        <pc:spChg chg="mod">
          <ac:chgData name="" userId="d70b83f6f1e23693" providerId="LiveId" clId="{69643133-B62A-4E56-B5B0-B2DE61C671E2}" dt="2026-09-06T08:20:11.028" v="7860" actId="20577"/>
          <ac:spMkLst>
            <pc:docMk/>
            <pc:sldMk cId="2405672282" sldId="387"/>
            <ac:spMk id="3" creationId="{704839D2-34C1-44FF-BFCC-FBABEFDA7905}"/>
          </ac:spMkLst>
        </pc:spChg>
        <pc:picChg chg="add mod">
          <ac:chgData name="" userId="d70b83f6f1e23693" providerId="LiveId" clId="{69643133-B62A-4E56-B5B0-B2DE61C671E2}" dt="2026-09-06T08:16:28.975" v="7853" actId="14100"/>
          <ac:picMkLst>
            <pc:docMk/>
            <pc:sldMk cId="2405672282" sldId="387"/>
            <ac:picMk id="2" creationId="{0A77322A-0754-483E-BC69-F37D3A25FAC6}"/>
          </ac:picMkLst>
        </pc:picChg>
        <pc:picChg chg="del">
          <ac:chgData name="" userId="d70b83f6f1e23693" providerId="LiveId" clId="{69643133-B62A-4E56-B5B0-B2DE61C671E2}" dt="2026-09-06T08:16:21.582" v="7850" actId="478"/>
          <ac:picMkLst>
            <pc:docMk/>
            <pc:sldMk cId="2405672282" sldId="387"/>
            <ac:picMk id="4" creationId="{1F44DC1B-4D9C-4ABC-ABBA-0F028D76516A}"/>
          </ac:picMkLst>
        </pc:picChg>
      </pc:sldChg>
      <pc:sldChg chg="addSp delSp modSp add">
        <pc:chgData name="" userId="d70b83f6f1e23693" providerId="LiveId" clId="{69643133-B62A-4E56-B5B0-B2DE61C671E2}" dt="2026-09-06T08:24:22.307" v="7866" actId="14100"/>
        <pc:sldMkLst>
          <pc:docMk/>
          <pc:sldMk cId="1469706697" sldId="388"/>
        </pc:sldMkLst>
        <pc:spChg chg="mod">
          <ac:chgData name="" userId="d70b83f6f1e23693" providerId="LiveId" clId="{69643133-B62A-4E56-B5B0-B2DE61C671E2}" dt="2026-09-06T08:23:34.508" v="7862" actId="12"/>
          <ac:spMkLst>
            <pc:docMk/>
            <pc:sldMk cId="1469706697" sldId="388"/>
            <ac:spMk id="3" creationId="{704839D2-34C1-44FF-BFCC-FBABEFDA7905}"/>
          </ac:spMkLst>
        </pc:spChg>
        <pc:picChg chg="add mod">
          <ac:chgData name="" userId="d70b83f6f1e23693" providerId="LiveId" clId="{69643133-B62A-4E56-B5B0-B2DE61C671E2}" dt="2026-09-06T08:24:22.307" v="7866" actId="14100"/>
          <ac:picMkLst>
            <pc:docMk/>
            <pc:sldMk cId="1469706697" sldId="388"/>
            <ac:picMk id="2" creationId="{DA81A868-F950-4F07-B1F9-0EAE3474F221}"/>
          </ac:picMkLst>
        </pc:picChg>
        <pc:picChg chg="del">
          <ac:chgData name="" userId="d70b83f6f1e23693" providerId="LiveId" clId="{69643133-B62A-4E56-B5B0-B2DE61C671E2}" dt="2026-09-06T08:23:37.863" v="7863" actId="478"/>
          <ac:picMkLst>
            <pc:docMk/>
            <pc:sldMk cId="1469706697" sldId="388"/>
            <ac:picMk id="4" creationId="{1F44DC1B-4D9C-4ABC-ABBA-0F028D76516A}"/>
          </ac:picMkLst>
        </pc:picChg>
      </pc:sldChg>
      <pc:sldChg chg="addSp delSp modSp add">
        <pc:chgData name="" userId="d70b83f6f1e23693" providerId="LiveId" clId="{69643133-B62A-4E56-B5B0-B2DE61C671E2}" dt="2026-09-06T09:05:40.803" v="8251" actId="20577"/>
        <pc:sldMkLst>
          <pc:docMk/>
          <pc:sldMk cId="500461799" sldId="389"/>
        </pc:sldMkLst>
        <pc:spChg chg="mod">
          <ac:chgData name="" userId="d70b83f6f1e23693" providerId="LiveId" clId="{69643133-B62A-4E56-B5B0-B2DE61C671E2}" dt="2026-09-06T09:05:40.803" v="8251" actId="20577"/>
          <ac:spMkLst>
            <pc:docMk/>
            <pc:sldMk cId="500461799" sldId="389"/>
            <ac:spMk id="3" creationId="{704839D2-34C1-44FF-BFCC-FBABEFDA7905}"/>
          </ac:spMkLst>
        </pc:spChg>
        <pc:graphicFrameChg chg="add del">
          <ac:chgData name="" userId="d70b83f6f1e23693" providerId="LiveId" clId="{69643133-B62A-4E56-B5B0-B2DE61C671E2}" dt="2026-09-06T08:38:29.059" v="7877"/>
          <ac:graphicFrameMkLst>
            <pc:docMk/>
            <pc:sldMk cId="500461799" sldId="389"/>
            <ac:graphicFrameMk id="4" creationId="{6F8C8018-F5C0-45BD-B65A-805A9DDF035E}"/>
          </ac:graphicFrameMkLst>
        </pc:graphicFrameChg>
        <pc:picChg chg="del">
          <ac:chgData name="" userId="d70b83f6f1e23693" providerId="LiveId" clId="{69643133-B62A-4E56-B5B0-B2DE61C671E2}" dt="2026-09-06T08:39:25.789" v="7902" actId="478"/>
          <ac:picMkLst>
            <pc:docMk/>
            <pc:sldMk cId="500461799" sldId="389"/>
            <ac:picMk id="2" creationId="{DA81A868-F950-4F07-B1F9-0EAE3474F221}"/>
          </ac:picMkLst>
        </pc:picChg>
        <pc:picChg chg="add mod">
          <ac:chgData name="" userId="d70b83f6f1e23693" providerId="LiveId" clId="{69643133-B62A-4E56-B5B0-B2DE61C671E2}" dt="2026-09-06T09:01:54.246" v="7987" actId="1076"/>
          <ac:picMkLst>
            <pc:docMk/>
            <pc:sldMk cId="500461799" sldId="389"/>
            <ac:picMk id="5" creationId="{CC94789C-7FDA-445A-A212-5D0A239E74B1}"/>
          </ac:picMkLst>
        </pc:picChg>
      </pc:sldChg>
      <pc:sldChg chg="modSp add">
        <pc:chgData name="" userId="d70b83f6f1e23693" providerId="LiveId" clId="{69643133-B62A-4E56-B5B0-B2DE61C671E2}" dt="2026-09-07T03:46:54.168" v="8976" actId="6549"/>
        <pc:sldMkLst>
          <pc:docMk/>
          <pc:sldMk cId="1484660964" sldId="467"/>
        </pc:sldMkLst>
        <pc:spChg chg="mod">
          <ac:chgData name="" userId="d70b83f6f1e23693" providerId="LiveId" clId="{69643133-B62A-4E56-B5B0-B2DE61C671E2}" dt="2026-09-07T01:30:05.656" v="8540" actId="20577"/>
          <ac:spMkLst>
            <pc:docMk/>
            <pc:sldMk cId="1484660964" sldId="467"/>
            <ac:spMk id="2" creationId="{4C856BFA-DFBB-4383-AA05-505FCA1F8321}"/>
          </ac:spMkLst>
        </pc:spChg>
        <pc:spChg chg="mod">
          <ac:chgData name="" userId="d70b83f6f1e23693" providerId="LiveId" clId="{69643133-B62A-4E56-B5B0-B2DE61C671E2}" dt="2026-09-07T03:46:54.168" v="8976" actId="6549"/>
          <ac:spMkLst>
            <pc:docMk/>
            <pc:sldMk cId="1484660964" sldId="467"/>
            <ac:spMk id="3" creationId="{1D26B64C-9D00-4B47-B965-55CBC4D557C3}"/>
          </ac:spMkLst>
        </pc:spChg>
      </pc:sldChg>
      <pc:sldChg chg="modSp add">
        <pc:chgData name="" userId="d70b83f6f1e23693" providerId="LiveId" clId="{69643133-B62A-4E56-B5B0-B2DE61C671E2}" dt="2026-09-07T03:29:03.990" v="8699" actId="20577"/>
        <pc:sldMkLst>
          <pc:docMk/>
          <pc:sldMk cId="8907434" sldId="468"/>
        </pc:sldMkLst>
        <pc:spChg chg="mod">
          <ac:chgData name="" userId="d70b83f6f1e23693" providerId="LiveId" clId="{69643133-B62A-4E56-B5B0-B2DE61C671E2}" dt="2026-09-07T03:29:03.990" v="8699" actId="20577"/>
          <ac:spMkLst>
            <pc:docMk/>
            <pc:sldMk cId="8907434" sldId="468"/>
            <ac:spMk id="2" creationId="{4C856BFA-DFBB-4383-AA05-505FCA1F8321}"/>
          </ac:spMkLst>
        </pc:spChg>
        <pc:spChg chg="mod">
          <ac:chgData name="" userId="d70b83f6f1e23693" providerId="LiveId" clId="{69643133-B62A-4E56-B5B0-B2DE61C671E2}" dt="2026-09-07T01:51:03.434" v="8676" actId="27636"/>
          <ac:spMkLst>
            <pc:docMk/>
            <pc:sldMk cId="8907434" sldId="468"/>
            <ac:spMk id="3" creationId="{1D26B64C-9D00-4B47-B965-55CBC4D557C3}"/>
          </ac:spMkLst>
        </pc:spChg>
      </pc:sldChg>
      <pc:sldChg chg="addSp delSp modSp add setBg">
        <pc:chgData name="" userId="d70b83f6f1e23693" providerId="LiveId" clId="{69643133-B62A-4E56-B5B0-B2DE61C671E2}" dt="2026-09-07T03:35:49.259" v="8790" actId="27636"/>
        <pc:sldMkLst>
          <pc:docMk/>
          <pc:sldMk cId="1921502864" sldId="469"/>
        </pc:sldMkLst>
        <pc:spChg chg="mod">
          <ac:chgData name="" userId="d70b83f6f1e23693" providerId="LiveId" clId="{69643133-B62A-4E56-B5B0-B2DE61C671E2}" dt="2026-09-07T03:31:22.019" v="8733" actId="20577"/>
          <ac:spMkLst>
            <pc:docMk/>
            <pc:sldMk cId="1921502864" sldId="469"/>
            <ac:spMk id="2" creationId="{CDF0E9B6-FD08-4AB6-98B0-C8B8C24D0025}"/>
          </ac:spMkLst>
        </pc:spChg>
        <pc:spChg chg="mod">
          <ac:chgData name="" userId="d70b83f6f1e23693" providerId="LiveId" clId="{69643133-B62A-4E56-B5B0-B2DE61C671E2}" dt="2026-09-07T03:35:49.259" v="8790" actId="27636"/>
          <ac:spMkLst>
            <pc:docMk/>
            <pc:sldMk cId="1921502864" sldId="469"/>
            <ac:spMk id="3" creationId="{82906F56-BEA3-4080-AC79-415D47C33086}"/>
          </ac:spMkLst>
        </pc:spChg>
        <pc:spChg chg="add del">
          <ac:chgData name="" userId="d70b83f6f1e23693" providerId="LiveId" clId="{69643133-B62A-4E56-B5B0-B2DE61C671E2}" dt="2026-09-07T03:33:37.966" v="8757"/>
          <ac:spMkLst>
            <pc:docMk/>
            <pc:sldMk cId="1921502864" sldId="469"/>
            <ac:spMk id="4" creationId="{206BC184-FDD0-4242-82DA-3BFD779B7800}"/>
          </ac:spMkLst>
        </pc:spChg>
        <pc:graphicFrameChg chg="add del">
          <ac:chgData name="" userId="d70b83f6f1e23693" providerId="LiveId" clId="{69643133-B62A-4E56-B5B0-B2DE61C671E2}" dt="2026-09-07T03:34:54.582" v="8769"/>
          <ac:graphicFrameMkLst>
            <pc:docMk/>
            <pc:sldMk cId="1921502864" sldId="469"/>
            <ac:graphicFrameMk id="5" creationId="{EA693FF8-D9B7-433A-9DAD-ABFC56EDE859}"/>
          </ac:graphicFrameMkLst>
        </pc:graphicFrameChg>
      </pc:sldChg>
      <pc:sldChg chg="addSp modSp add">
        <pc:chgData name="" userId="d70b83f6f1e23693" providerId="LiveId" clId="{69643133-B62A-4E56-B5B0-B2DE61C671E2}" dt="2026-09-07T03:37:52.756" v="8912" actId="1076"/>
        <pc:sldMkLst>
          <pc:docMk/>
          <pc:sldMk cId="3170780709" sldId="470"/>
        </pc:sldMkLst>
        <pc:spChg chg="mod">
          <ac:chgData name="" userId="d70b83f6f1e23693" providerId="LiveId" clId="{69643133-B62A-4E56-B5B0-B2DE61C671E2}" dt="2026-09-07T03:36:19.743" v="8801" actId="20577"/>
          <ac:spMkLst>
            <pc:docMk/>
            <pc:sldMk cId="3170780709" sldId="470"/>
            <ac:spMk id="2" creationId="{70EDBD6D-5184-482B-B4DF-29266F7AD3A1}"/>
          </ac:spMkLst>
        </pc:spChg>
        <pc:spChg chg="mod">
          <ac:chgData name="" userId="d70b83f6f1e23693" providerId="LiveId" clId="{69643133-B62A-4E56-B5B0-B2DE61C671E2}" dt="2026-09-07T03:37:04.992" v="8910" actId="20577"/>
          <ac:spMkLst>
            <pc:docMk/>
            <pc:sldMk cId="3170780709" sldId="470"/>
            <ac:spMk id="3" creationId="{FF56EF84-6973-4FBD-BE06-D168D4989212}"/>
          </ac:spMkLst>
        </pc:spChg>
        <pc:picChg chg="add mod">
          <ac:chgData name="" userId="d70b83f6f1e23693" providerId="LiveId" clId="{69643133-B62A-4E56-B5B0-B2DE61C671E2}" dt="2026-09-07T03:37:52.756" v="8912" actId="1076"/>
          <ac:picMkLst>
            <pc:docMk/>
            <pc:sldMk cId="3170780709" sldId="470"/>
            <ac:picMk id="4" creationId="{BD6A3BBB-E38C-47EE-A1AE-AEAF8E9BB6A1}"/>
          </ac:picMkLst>
        </pc:picChg>
      </pc:sldChg>
      <pc:sldChg chg="modSp add">
        <pc:chgData name="" userId="d70b83f6f1e23693" providerId="LiveId" clId="{69643133-B62A-4E56-B5B0-B2DE61C671E2}" dt="2026-09-07T03:49:42.533" v="8986" actId="27636"/>
        <pc:sldMkLst>
          <pc:docMk/>
          <pc:sldMk cId="3834458715" sldId="471"/>
        </pc:sldMkLst>
        <pc:spChg chg="mod">
          <ac:chgData name="" userId="d70b83f6f1e23693" providerId="LiveId" clId="{69643133-B62A-4E56-B5B0-B2DE61C671E2}" dt="2026-09-07T03:39:10.580" v="8947" actId="20577"/>
          <ac:spMkLst>
            <pc:docMk/>
            <pc:sldMk cId="3834458715" sldId="471"/>
            <ac:spMk id="2" creationId="{29006199-2A08-4645-870A-8A043BD4F1F8}"/>
          </ac:spMkLst>
        </pc:spChg>
        <pc:spChg chg="mod">
          <ac:chgData name="" userId="d70b83f6f1e23693" providerId="LiveId" clId="{69643133-B62A-4E56-B5B0-B2DE61C671E2}" dt="2026-09-07T03:49:42.533" v="8986" actId="27636"/>
          <ac:spMkLst>
            <pc:docMk/>
            <pc:sldMk cId="3834458715" sldId="471"/>
            <ac:spMk id="3" creationId="{B1AF6A5A-D568-475E-A048-326BE9C44ABB}"/>
          </ac:spMkLst>
        </pc:spChg>
      </pc:sldChg>
      <pc:sldChg chg="modSp add">
        <pc:chgData name="" userId="d70b83f6f1e23693" providerId="LiveId" clId="{69643133-B62A-4E56-B5B0-B2DE61C671E2}" dt="2026-09-07T03:53:35.310" v="8995" actId="5793"/>
        <pc:sldMkLst>
          <pc:docMk/>
          <pc:sldMk cId="868161927" sldId="472"/>
        </pc:sldMkLst>
        <pc:spChg chg="mod">
          <ac:chgData name="" userId="d70b83f6f1e23693" providerId="LiveId" clId="{69643133-B62A-4E56-B5B0-B2DE61C671E2}" dt="2026-09-07T03:53:10.059" v="8991" actId="27636"/>
          <ac:spMkLst>
            <pc:docMk/>
            <pc:sldMk cId="868161927" sldId="472"/>
            <ac:spMk id="2" creationId="{E0E97DA3-12AF-4611-BE31-F06DB15D3738}"/>
          </ac:spMkLst>
        </pc:spChg>
        <pc:spChg chg="mod">
          <ac:chgData name="" userId="d70b83f6f1e23693" providerId="LiveId" clId="{69643133-B62A-4E56-B5B0-B2DE61C671E2}" dt="2026-09-07T03:53:35.310" v="8995" actId="5793"/>
          <ac:spMkLst>
            <pc:docMk/>
            <pc:sldMk cId="868161927" sldId="472"/>
            <ac:spMk id="3" creationId="{B2B43578-7289-409C-9FB4-FE5C711E6498}"/>
          </ac:spMkLst>
        </pc:spChg>
      </pc:sldChg>
      <pc:sldChg chg="modSp add">
        <pc:chgData name="" userId="d70b83f6f1e23693" providerId="LiveId" clId="{69643133-B62A-4E56-B5B0-B2DE61C671E2}" dt="2026-09-07T03:54:03.944" v="9006" actId="12"/>
        <pc:sldMkLst>
          <pc:docMk/>
          <pc:sldMk cId="1301074562" sldId="473"/>
        </pc:sldMkLst>
        <pc:spChg chg="mod">
          <ac:chgData name="" userId="d70b83f6f1e23693" providerId="LiveId" clId="{69643133-B62A-4E56-B5B0-B2DE61C671E2}" dt="2026-09-07T03:53:58.738" v="9005" actId="20577"/>
          <ac:spMkLst>
            <pc:docMk/>
            <pc:sldMk cId="1301074562" sldId="473"/>
            <ac:spMk id="2" creationId="{4A071D09-1FE8-4600-AD58-AC219060BFD3}"/>
          </ac:spMkLst>
        </pc:spChg>
        <pc:spChg chg="mod">
          <ac:chgData name="" userId="d70b83f6f1e23693" providerId="LiveId" clId="{69643133-B62A-4E56-B5B0-B2DE61C671E2}" dt="2026-09-07T03:54:03.944" v="9006" actId="12"/>
          <ac:spMkLst>
            <pc:docMk/>
            <pc:sldMk cId="1301074562" sldId="473"/>
            <ac:spMk id="3" creationId="{2B45053F-0F87-44A2-BA46-8F8B16F506FE}"/>
          </ac:spMkLst>
        </pc:spChg>
      </pc:sldChg>
      <pc:sldChg chg="modSp add">
        <pc:chgData name="" userId="d70b83f6f1e23693" providerId="LiveId" clId="{69643133-B62A-4E56-B5B0-B2DE61C671E2}" dt="2026-09-07T03:55:41.622" v="9034" actId="20577"/>
        <pc:sldMkLst>
          <pc:docMk/>
          <pc:sldMk cId="2486874047" sldId="474"/>
        </pc:sldMkLst>
        <pc:spChg chg="mod">
          <ac:chgData name="" userId="d70b83f6f1e23693" providerId="LiveId" clId="{69643133-B62A-4E56-B5B0-B2DE61C671E2}" dt="2026-09-07T03:55:41.622" v="9034" actId="20577"/>
          <ac:spMkLst>
            <pc:docMk/>
            <pc:sldMk cId="2486874047" sldId="474"/>
            <ac:spMk id="2" creationId="{63154950-BEC1-422C-A159-985E64A7EDEF}"/>
          </ac:spMkLst>
        </pc:spChg>
        <pc:spChg chg="mod">
          <ac:chgData name="" userId="d70b83f6f1e23693" providerId="LiveId" clId="{69643133-B62A-4E56-B5B0-B2DE61C671E2}" dt="2026-09-07T03:54:34.420" v="9009" actId="5793"/>
          <ac:spMkLst>
            <pc:docMk/>
            <pc:sldMk cId="2486874047" sldId="474"/>
            <ac:spMk id="3" creationId="{7D05E521-E752-4CD7-BAB0-D645E165BE70}"/>
          </ac:spMkLst>
        </pc:spChg>
      </pc:sldChg>
      <pc:sldChg chg="modSp add">
        <pc:chgData name="" userId="d70b83f6f1e23693" providerId="LiveId" clId="{69643133-B62A-4E56-B5B0-B2DE61C671E2}" dt="2026-09-07T03:55:34.884" v="9028" actId="20577"/>
        <pc:sldMkLst>
          <pc:docMk/>
          <pc:sldMk cId="907312008" sldId="475"/>
        </pc:sldMkLst>
        <pc:spChg chg="mod">
          <ac:chgData name="" userId="d70b83f6f1e23693" providerId="LiveId" clId="{69643133-B62A-4E56-B5B0-B2DE61C671E2}" dt="2026-09-07T03:55:34.884" v="9028" actId="20577"/>
          <ac:spMkLst>
            <pc:docMk/>
            <pc:sldMk cId="907312008" sldId="475"/>
            <ac:spMk id="2" creationId="{47E92EE3-6C37-4F1F-9BB9-967BB7C1AE43}"/>
          </ac:spMkLst>
        </pc:spChg>
        <pc:spChg chg="mod">
          <ac:chgData name="" userId="d70b83f6f1e23693" providerId="LiveId" clId="{69643133-B62A-4E56-B5B0-B2DE61C671E2}" dt="2026-09-07T03:55:00.200" v="9012" actId="12"/>
          <ac:spMkLst>
            <pc:docMk/>
            <pc:sldMk cId="907312008" sldId="475"/>
            <ac:spMk id="3" creationId="{1F039531-99FE-443C-8A2F-E368D785569B}"/>
          </ac:spMkLst>
        </pc:spChg>
      </pc:sldChg>
      <pc:sldChg chg="modSp add">
        <pc:chgData name="" userId="d70b83f6f1e23693" providerId="LiveId" clId="{69643133-B62A-4E56-B5B0-B2DE61C671E2}" dt="2026-09-07T03:55:28.584" v="9022" actId="20577"/>
        <pc:sldMkLst>
          <pc:docMk/>
          <pc:sldMk cId="3417884374" sldId="476"/>
        </pc:sldMkLst>
        <pc:spChg chg="mod">
          <ac:chgData name="" userId="d70b83f6f1e23693" providerId="LiveId" clId="{69643133-B62A-4E56-B5B0-B2DE61C671E2}" dt="2026-09-07T03:55:28.584" v="9022" actId="20577"/>
          <ac:spMkLst>
            <pc:docMk/>
            <pc:sldMk cId="3417884374" sldId="476"/>
            <ac:spMk id="2" creationId="{81DFB7B1-64CC-4D4E-83AE-83952C946F1E}"/>
          </ac:spMkLst>
        </pc:spChg>
        <pc:spChg chg="mod">
          <ac:chgData name="" userId="d70b83f6f1e23693" providerId="LiveId" clId="{69643133-B62A-4E56-B5B0-B2DE61C671E2}" dt="2026-09-07T03:55:22.790" v="9016" actId="12"/>
          <ac:spMkLst>
            <pc:docMk/>
            <pc:sldMk cId="3417884374" sldId="476"/>
            <ac:spMk id="3" creationId="{0ED796D1-5F2D-48FC-A85D-23A28A9527CA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36:40.39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1,'535'1,"-364"27,232 46,-137-41,234-20,-303-16,2279 3,-2159 30,783-31,-731-29,-130 13,206 3,-278 17,-23-3,-119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7:06.8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30,'108'-23,"451"17,529 6,-856 29,-145-28,-62-1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39:35.022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692 564,'-121'2,"65"1,1-1,-1-4,1-1,0-3,0-3,-48-13,94 17,0 0,1 0,-1-1,1 0,0 0,0 0,1-1,0-1,0 1,0-1,1 0,1-1,-1 0,1 1,1-2,0 1,0 0,0-1,1 0,1 0,0 0,0 0,1 0,0 0,1 0,0 0,1 0,0-1,0 1,1 0,1 0,-1 1,2-1,-1 0,3-2,2-1,0 0,1 1,0 0,1 1,1 0,-1 0,2 1,-1 1,2 0,-1 0,1 1,0 1,1 0,-1 1,1 0,1 1,11-2,34-8,0 3,1 2,0 3,0 3,1 3,-1 2,34 6,-75-3,1 1,0 2,-1 0,0 1,-1 1,0 0,0 2,-1 0,0 1,-1 1,-1 1,0 0,-1 1,0 1,-1 0,-1 1,0 0,-2 1,9 18,-18-32,-1 0,1 0,-1 1,-1-1,1 0,0 1,-1-1,0 1,0-1,-1 0,1 1,-1-1,0 0,0 1,0-1,-1 0,1 0,-1 0,0 0,0 0,0 0,-1-1,0 1,1-1,-1 0,0 1,-1-1,1 0,0-1,-1 1,-3 1,-124 70,-27-12,133-48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2:26.69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1529 2402,'-129'-75,"-390"-134,122 38,374 158,0-1,2 0,-1-2,2 0,0-2,1 0,1-1,1-1,-9-13,-10-8,-9-8,26 30,0-1,1-1,1 0,1-1,1-1,2 0,-12-24,11-6,2 0,2-1,3 0,2 0,2 0,3-1,6-51,-2-25,-5 91,0 27,-1-1,2 1,0 0,0 0,2-1,-1 1,2 0,-1 0,2 0,0 1,0-1,1 1,1 0,0 0,1 1,0-1,8-9,51-38,2 2,3 3,2 3,2 3,3 4,1 3,1 4,3 3,0 4,34-5,182-35,-238 59,0 3,1 2,-1 3,1 2,0 4,42 7,-24 8,-1 4,-2 4,0 2,-2 4,-1 4,59 38,-43-27,-16-9,-34-20,-1 2,-1 1,-1 2,-1 2,-2 1,18 17,-29-15,0 0,-2 2,-1 0,-2 2,-1 0,-1 0,-2 2,-1 0,-2 0,-1 1,-2 1,-1-1,-2 1,-2 0,-1 1,-1-1,-4 21,0 315,-2-346,-1 1,-2-1,0-1,-2 1,0-2,-2 1,-1-2,0 1,-2-2,-1 0,0-1,-2 0,0-1,-17 12,8-1,-2-1,0-1,-2-2,-1-1,-2-2,0-1,-1-1,-1-3,-4 1,13-9,-1-2,0 0,-1-2,0-1,0-2,0-1,-1-1,-7-1,-146 42,-112 29,229-52,38-14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2:40.77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29,'222'-26,"324"23,-154 60,-119 5,87-34,149 31,27-61,-391-20,-122 18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3:16.75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2,'256'87,"14"-116,-222 28,163-25,-194 19,0 1,0 1,0 1,1 0,-1 1,1 1,0 1,0 1,0 0,-1 1,1 1,0 0,-1 2,1 0,-1 1,0 0,12 5,-1-1,1-2,0-1,1-2,-1 0,1-2,0-1,0-2,18-2,20 1,-43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3:43.2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1060 767,'-345'1,"132"28,-102-31,307-1,-1-1,0 0,1 0,0-1,0 0,0 0,1-1,0 0,0 0,0-1,1 0,0 0,0-1,1 1,0-1,0-1,1 1,0 0,1-1,-1 0,2 0,-1 0,0-5,-6-10,0-7,1-1,1-1,2 1,1-1,2 0,1 0,2 0,4-28,-2-39,-3 94,0 1,1-1,-1 1,1-1,1 1,-1-1,1 1,0 0,0-1,0 1,1 0,-1 0,1 1,1-1,-1 1,0-1,1 1,0 0,0 0,1 1,-1-1,1 1,-1 0,1 0,0 1,0-1,0 1,1 0,-1 0,0 1,1 0,1-1,32-9,1 0,0 3,0 1,1 3,-1 0,21 3,-58 1,12-2,-1 0,1 1,0 1,-1 0,1 1,0 0,-1 1,1 1,-1 1,0 0,0 0,0 1,-1 1,1 1,-1 0,-1 0,1 1,-1 1,-1 0,0 1,0 0,-1 0,8 12,159 264,-173-279,12 21,-1 1,-1 1,-1 0,-2 0,-1 1,-2 1,0-1,-1 15,-6-22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3:53.9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0,'791'0,"-559"30,-48-12,229 5,-132-4,11 9,-90 1,927-30,-834 2,-112 28,-122-28,-29-1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1:16:01.91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26,'229'-20,"204"15,-30 6,-379 2,-5 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2:51:34.8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1 439,'2736'0,"-2316"-30,-402 31,1-2,-1 0,0-1,1-1,-1 0,0-2,-1 0,1-1,3-2,7-1,2 2,-1 1,1 1,-1 2,1 1,0 1,0 1,0 2,2 1,55 1,1847-4,-1577 60,-57-31,122 0,1001-30,-1168-30,-38 3,105-2,35-11,-92-6,-78 19,29-2,54-9,41-4,-67 7,-29-23,107 31,-14-1,799 31,-900 31,-182-25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2:51:43.1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33,'600'-18,"6"4,-378 17,352-3,-237 59,255-59,-312 29,1405-30,-1335 32,1074-33,-1168-39,-237 34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2:52:16.621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0 123,'458'0,"-224"-30,129 0,-72 2,0 11,-222 8,0 3,0 3,1 3,5 4,58-1,375-3,-496 0,-1 1,1 0,0 1,0 0,0 1,-1 1,0 0,0 0,0 1,0 0,-1 1,1 1,5 4,175 80,-161-72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8:12.60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1,'611'1,"-336"53,-40-21,604-34,-570 28,116-23,-174 24,123-46,-208 6,-96 11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8:20.39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88,'1148'0,"-803"-31,-26 2,734 30,-807-29,199 27,-415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2:38.07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992 1698,'-675'0,"665"0,0 0,-1-1,1 0,0 0,-1-1,1 0,0-1,0 0,1-1,-1 0,1 0,-1-1,1 0,1-1,-1 0,1 0,0-1,1 0,-1-1,1 1,1-1,-1-1,0-1,-8-15,1-1,0 0,2-1,1-1,2 1,0-2,2 1,-2-16,6-323,8 335,1 1,1 0,2 0,1 1,2 0,1 1,1 0,15-22,28-64,-46 90,2 1,0 0,2 1,1 1,0 0,2 1,0 1,1 0,1 2,1 0,1 1,0 2,1 0,1 1,0 1,1 2,0 0,1 2,11-3,384-121,-384 119,0 2,1 2,0 1,1 2,0 1,0 2,10 2,-37 1,0 1,0 0,0 1,0 0,0 1,0 1,0 0,0 0,-1 1,0 0,1 1,-1 1,-1 0,1 0,-1 1,-1 0,1 1,-1 0,0 0,-1 1,0 0,0 1,0 1,103 165,-100-146,-1 0,-1 1,-2 0,-1 1,-1-1,0 24,-5-55,53 188,-50 274,-2-454,-1 1,-1-1,1 0,-1 1,-1-1,1 0,-1 0,-1 0,0 0,0 0,0-1,-1 1,0-1,-1 0,1 0,-1 0,-4 3,-13 13,-1 0,-1-2,-1-1,0-1,-2-1,0-1,-1-1,-1-2,0-1,-1-1,0-1,-16 2,-272 96,262-95,31-6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9:26.20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29,'65'-22,"317"15,-66 37,-79 4,30 14,-14-12,-56 9,-168-39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9:35.19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59,'1946'0,"-1664"-29,537 29,-544-29,770 28,-1010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49:55.8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1169 995,'1608'0,"-1587"-4,0 0,-1-2,0 0,0-1,0-1,-1-1,0-1,0-1,-1 0,-1-1,0-1,0-1,-2 0,0-1,0 0,-1-2,-1 1,-1-3,5-10,-1 0,-2-2,-1 1,-2-2,-1 0,-1 0,-2-1,-1 0,-1 0,-2 0,-2-1,-1 1,-1 0,-5-23,5-22,1 72,0-1,0 0,-1 1,0-1,0 1,-1-1,0 1,0 0,0-1,-1 1,0 0,0 1,-1-1,0 0,1 1,-2 0,1 0,-1 0,0 0,0 1,0 0,0 0,-1 0,1 1,-1 0,0 0,0 0,-1 1,1 0,0 0,-4-1,-23-8,-1 2,0 1,0 1,-1 2,0 1,0 2,-12 1,-343 8,202 45,-22-19,35 21,-1-23,-28-1,-147-30,335 3,0 0,0 1,0 1,0 0,1 1,-1 1,2 0,-1 1,1 1,0 0,1 1,0 0,1 1,0 1,0 0,1 0,1 1,0 1,1-1,1 2,0-1,0 1,2 0,0 1,0-1,-1 13,-24 206,40-17,-2-208,1-1,0 0,1 0,0 0,0-1,1-1,0 0,0 0,0-1,1 0,-1 0,1-1,0-1,1 0,-1-1,0 0,1 0,0-1,-1-1,8 0,-6 1,188 6,-177-8</inkml:trace>
  <inkml:trace contextRef="#ctx0" brushRef="#br0" timeOffset="6716.583">148 2221,'964'0,"-706"-30,419 31,-431-88,-142 86,83-17,-178 11,0 0,-1-1,0 0,0 0,-1-1,0 0,0 0,-1 0,0-1,-1 0,0 0,-1-1,0 1,0-1,-1 0,0 0,-1-6,3 4,5-34,-2-1,-2 0,-2 0,-2 0,-2 0,-2 0,-4-8,5 34,-1 0,-2 0,0 1,-1-1,-1 1,-1 1,0-1,-2 1,-1 0,0 1,-1 0,-7-7,-6-5,19 22,0 1,-1-1,0 1,-1 1,1-1,-2 1,1 0,-1 1,0-1,0 2,-1-1,0 1,0 0,0 1,0 0,-1 1,1 0,-9-2,-410 2,195 59,-17 9,-57 1,262-53,-1-2,-1-2,1-2,-1-2,-41-2,-162-50,207 40,-1 1,1 2,-1 3,0 1,0 2,-1 2,32-3,1 1,-1 1,1 0,0 1,0 0,0 1,0 0,1 0,0 2,0-1,1 1,-1 1,2 0,-1 1,1-1,0 2,1-1,-1 3,-43 45,44-51,0 1,0 1,1 0,0 0,1 0,0 0,0 1,0 0,1 1,1-1,0 1,0 0,1 0,0 0,-2 10,7 243,3-244,1-1,0-1,1 1,1-1,1 0,0-1,1 0,1-1,0 0,1 0,1-1,0-1,1 0,0-1,1 0,0-2,7 4,220 99,-219-107,-5-5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06.18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1,'439'0,"-134"59,63-49,46 39,2032-51,-2131 32,114-1,-277-28,-117-2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25.8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0,'496'1,"-84"76,-115-37,20 36,-22-11,16-16,-220-38,1-4,0-5,55-6,0 1,1060 3,-1166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28.18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0,'3685'0,"-3657"0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30.8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0,'15'0,"15"0,17 0,16 0,6 0,-3 0,-2 0,-8 0,-9 0,-11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47.8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153 0,'-38'75,"-48"142,79-190,0 0,2 1,1-1,1 1,1 0,2 0,1 0,1 7,0 32,1-50,1 0,1 0,0 0,1-1,1 0,1 0,0 0,1-1,0 0,1-1,1 0,0-1,1 0,1-1,0 0,0-1,3 1,34 38,-34-36,-2-2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50.95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87 0,'7'3,"0"0,0 1,-1 0,1 0,-1 0,1 1,-2 0,1 0,0 0,-1 1,0 0,0 0,-1 0,1 0,-1 1,-1 0,1 0,-1 0,-1 0,1 0,-1 1,0-1,-1 1,0 0,0-1,-1 1,0 0,0-1,0 1,-2 3,6 19,27 157,-2 76,-31-59,-3-190,0 0,-1-1,-1 0,0 0,0 0,-2-1,1 0,-2-1,1 0,-1 0,-1-1,0 0,-1-1,1-1,-2 1,1-2,-1 0,-10 4,-26 9,26-15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52.76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59,'96'-22,"145"-3,95 14,-311 11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56.86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156 1,'-9'2,"1"1,0 1,0 0,0 0,1 0,-1 1,1 0,0 1,0-1,1 1,-1 1,1-1,1 1,-1 0,-2 5,2 1,-1 1,2 0,-1 1,2-1,0 1,1 0,1 0,0 0,1 0,0 1,1-1,1 0,1 0,2 11,-1 35,-5-5,1-42,-1 0,2 0,0-1,0 1,2 0,-1 0,2-1,0 1,0-1,2 0,-1 0,2 0,0-1,1 3,15 16,1-1,2 0,1-2,1-1,1-1,1-1,2-2,0-1,1-1,1-2,33 14,-18-12,-29-12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0:59.8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221 0,'6'3,"0"0,0 0,0 0,-1 1,0 0,0 0,0 0,0 1,0 0,-1 0,0 0,0 0,0 0,-1 1,3 5,0-1,142 230,-70-38,-67 91,-14-273,-1-1,-1 0,-1 0,-1-1,0 0,-2 0,0-1,0 0,-2 0,0-1,-1 0,-1-1,0-1,-1 0,0 0,-1-2,-1 0,-2 1,-264 156,248-151,4-3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1:05.1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0,'579'0,"-549"0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3:28.69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205 567,'5'0,"6"0,7 0,5 0,4 0,1 0,2 0,1 0,-1 0,1 0,-1 0,-1 0,1 0,-6 0</inkml:trace>
  <inkml:trace contextRef="#ctx0" brushRef="#br0" timeOffset="1934.885">263 275,'0'5,"0"6,0 12,0 7,0 3,0 1,0-1,0 5,0 0,0-1,0-2,0-2,0-1,0-2,0-1,0 0,0 0,0-5</inkml:trace>
  <inkml:trace contextRef="#ctx0" brushRef="#br0" timeOffset="5568.062">0 508,'5'0,"7"0,6 0,5 0,3 0,3 0,1 0,0 0,1 0,-1 0,0 0,0 0,-6 0</inkml:trace>
  <inkml:trace contextRef="#ctx0" brushRef="#br0" timeOffset="8932.124">993 187,'-1'-6,"0"0,0 0,1-1,0 1,0 0,0 0,1-1,0 1,0 0,0 0,1 0,0 0,1 0,-1 0,1 1,0-1,0 1,1-1,-1 1,1 0,0 1,1-1,-1 1,1 0,0 0,0 0,0 0,1 1,-1 0,1 0,0 1,4-2,5-1,0 2,0-1,0 2,0 0,1 1,-1 0,1 1,-1 1,1 0,-1 1,1 1,-1 1,0 0,-1 1,1 0,-1 1,0 1,0 0,-1 1,0 0,0 1,-1 1,0 0,-1 0,10 12,-15-8,-1 0,-1 0,0 1,-1-1,0 1,-1 0,-1 0,0 0,-1 0,-1 0,0 0,-1 0,-1-1,-3 9,-1-4,-1 0,-1 0,0-1,-2 0,0-1,-1-1,-1 1,0-2,-1 0,-1 0,0-2,-1 0,-1 0,0-2,0 0,-11 4,-53 43,-93 48,82-21,43-28,49-55,1-1,-1 0,0 0,0 1,1-1,-1 0,0 0,1 0,-1 0,1 0,0 0,-1 0,1 0,0 0,0 0,-1 0,1 0,0 0,0 0,0-1,0 1,0 0,0-1,0 1,0-1,1 1,-1-1,0 0,0 1,0-1,1 0,-1 0,0 0,0 0,0 0,1 0,-1 0,0 0,0 0,0 0,1-1,-1 1,0-1,0 1,0-1,0 1,0-1,0 0,0 1,1-1,375-54,-71 25,-203 13,-75 12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3:16.07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1755 887,'-441'1,"149"29,106-14,-123 7,258-14,1-2,-2-3,1-2,0-2,-26-4,69 4,0-1,0 1,-1-1,1 0,0-1,1 0,-1 0,0-1,0 0,1 0,0-1,0 0,0 0,0-1,0 1,1-1,0-1,0 1,1-1,-1-1,1 1,0 0,1-1,0 0,0 0,0-1,1 1,0-1,0 1,1-1,0 0,1 0,0 0,-1-6,4-453,-4 453,2 0,-1 0,2 1,0-1,0 0,1 0,1 1,0-1,1 1,1 0,0 0,0 0,2 0,-1 1,1 0,1 1,0 0,1 0,0 0,1 1,0 1,0 0,5-3,5 5,0 1,0 1,0 1,1 1,0 0,0 2,0 0,-1 2,4 0,11-1,28 3,1 3,-2 3,1 2,28 11,62 11,204-24,-162-55,28 21,-52-3,-164 30,-1 1,0-1,0 1,0 1,0-1,-1 1,1 0,-1 0,0 0,0 1,0 0,-1 0,0 0,0 0,0 1,0 0,-1-1,0 1,0 1,-1-1,0 0,0 1,0-1,-1 1,0-1,0 1,0 0,-1-1,-1 6,2-9,9 264,-13-156,4-71,1-33,-1 0,0 0,0 0,-1 0,1 1,-2-1,1 0,-1 0,0 1,-1-1,1 0,-1 0,-1 0,1-1,-1 1,-1 0,1-1,-1 0,0 0,0 0,-1 0,0-1,0 0,-5 5,-291 100,159-57,118-49</inkml:trace>
  <inkml:trace contextRef="#ctx0" brushRef="#br0" timeOffset="5166.678">7214 946,'-143'29,"101"-18,-1-2,0-1,0-3,-1-1,1-3,-1-1,-36-6,-39 3,-162 21,-128-4,258-17,135 3,-51 2,0-3,0-3,0-4,1-2,-18-6,41 6,36 10,0-1,-1 0,1-1,0 1,0-2,0 1,1-1,-1 0,0 0,1 0,0-1,0 0,0-1,0 1,1-1,0 0,-5-6,-4-8,1-2,0 0,2-1,1 0,0 0,2-1,0 0,2-1,1 0,0 0,2 0,1 0,0-14,2-35,-2 43,1 0,2 0,1 0,1 0,2 0,1 1,1-1,1 1,10-22,-8 40,1 1,-1 0,2 0,-1 1,1 1,1 0,-1 0,1 2,1-1,-1 2,1-1,0 2,0 0,0 1,1 0,-1 1,1 1,0 0,-1 1,1 0,0 2,-1-1,1 2,0 0,15-2,266 39,-230-29,0-2,0-4,1-2,-1-3,14-4,62 1,91-27,236 30,-463-1,0 1,1-1,-1 1,0 1,1-1,-1 1,0 0,0 0,0 1,0-1,0 2,0-1,0 0,0 1,-1 0,1 1,-1-1,0 1,0 0,0 0,-1 1,0-1,1 1,-2 0,1 0,0 0,-1 1,0-1,0 1,-1 0,0 0,0 0,0 0,0 1,7 243,-12-145,3 70,0-150</inkml:trace>
  <inkml:trace contextRef="#ctx0" brushRef="#br1" timeOffset="36983.74">2397 70,'18'354,"29"-164,12-15,-49-150,-9-21,0 0,0-1,0 1,1-1,-1 1,1-1,0 0,0 0,0 0,0 0,0 0,1 0,-1 0,1-1,0 0,0 1,0-1,0 0,0 0,0 0,1-1,-1 1,0-1,1 0,0 0,1 0,300 10,-208-14,1257 0,-1121 33,30-31,-258 0,0 1,1-1,-1 0,0-1,0 1,0-1,-1 0,1 0,0 0,-1-1,1 0,-1 0,0 0,0 0,0-1,0 1,-1-1,1 0,-1 0,0-1,0 1,-1-1,1 1,-1-1,0 0,0 0,-1 0,1 0,-1 0,0-1,6-170,-9 132,3-17,-20-112,-51 56,23 47,43 62,0-1,-1 0,0 1,-1 0,0 0,0 0,0 1,-1 0,-1 0,1 1,-1 0,0 0,0 1,-5-2,-16-2,-1 2,0 1,0 1,-1 2,1 1,-1 1,1 2,-25 4,-24-2,-422-2,297 56,-59-25,-701-34,911 8,34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4:02.6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1 614,'292'1,"-116"28,-119-28,-32-2</inkml:trace>
  <inkml:trace contextRef="#ctx0" brushRef="#br0" timeOffset="3600.787">1052 322,'-1'-12,"1"0,1 0,0-1,1 1,0 0,1 0,0 0,1 1,0-1,1 1,0 0,1 0,0 1,1-1,0 1,4-4,72-110,-81 125,0 0,0 0,0 0,0 0,-1 1,1-1,-1 0,1 1,-1-1,1 1,-1 0,0-1,0 1,0 0,0 0,0-1,0 1,0 0,0 0,-1 0,1 0,-1 0,0 0,1 0,-1 1,0-1,0 0,0 0,-1 0,1 0,0 0,-1 0,0 1,1 1,10 327,93-23,-46-121,-21 28,17-42,-50-162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4:47.10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4:51.910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1263 1667,'-263'-47,"219"35,4 1,1-2,1-2,0-1,1-2,1-1,0-2,2-2,-26-22,-92-60,57 47,70 44,0-1,0 0,2-2,0-1,1-1,0-1,-3-6,7 5,2-1,0-1,1 0,2-1,0-1,1 0,2-1,1 0,0 0,2-1,2 0,0-1,1 1,1-25,3 49,-3-18,1-1,1 1,1-1,1 0,1 1,1-1,0 1,2 0,1 0,0 0,1 1,2 0,0 0,1 1,0 0,2 1,3-4,4 3,1 1,0 1,2 0,0 2,0 0,2 2,-1 0,2 2,0 0,9-1,44-24,93-21,143 6,-95 27,181 11,-249 16,-112-4,0 3,1 1,-1 2,-1 1,1 3,-1 1,0 1,25 13,377 160,-396-164,-30-15,0 0,-1 1,0 0,-1 1,1 1,-1 0,-1 0,1 1,-2 1,1 0,-1 0,4 6,-4 7,0 0,-1 0,-2 1,0 0,-1 0,-2 0,-1 1,0 0,-2-1,-1 1,-1 0,-1 0,-5 23,3-33,-1-1,0 0,-1 0,-1-1,0 0,-1 0,0 0,-1-1,0 0,-1-1,0 0,-1-1,-9 7,-2 5,-31 31,-88 117,128-145,0 0,-1-1,-1-1,-2 0,0-1,-1-1,-1-1,-1 0,-1-1,-1-2,-4 3,-29 16,32-19,-1-2,0 0,0-2,-2 0,0-2,0-1,-4 0,-264 29,-68-11,338-29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5:29.75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641 860,'-105'2,"51"1,-1-3,1-2,0-2,0-3,-8-4,54 9,0 0,0-1,0 0,0 0,1-1,-1 0,1-1,0 1,0-1,0-1,1 1,0-1,0 0,0-1,1 1,0-1,0 0,1-1,0 1,0-1,1 1,-1-1,2 0,-1-1,1 1,1-1,-51-161,51 150,0 1,2-1,1 0,0 0,1 0,1 1,1 0,1 0,1 0,0 0,2 1,0 0,0 1,2 0,0 1,1 0,1 1,0 0,1 1,1 0,0 1,0 1,3-1,9-2,0 1,1 1,0 1,1 2,0 0,0 3,1 0,0 2,0 1,1 1,-1 2,1 1,-1 1,1 2,8 2,71-2,-75-4,-29 0,0 0,1 0,-1 0,1 1,-1 0,1 0,-1 1,1-1,-1 1,1 1,-1-1,0 1,1 1,-1-1,0 1,-1 0,1 0,0 0,-1 1,0 0,0 0,0 0,0 1,-1 0,0 0,2 2,56 108,-53-85,-1 0,-1 1,-2 0,-1 1,-2-1,-1 1,-1 6,0-22,0-1,0 1,-2-1,0 0,0 0,-1 1,-1-1,-1-1,0 1,-1-1,-1 0,0 0,-1-1,0 0,-1 0,-4 4,-39 48,18-20,-2-1,-2-2,-2-2,-30 23,16-32,29-21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5:36.80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734 739,'-252'-18,"199"11,-112-39,147 36,0 0,0-1,1-1,1-1,0-1,1 0,0 0,1-2,1 0,0 0,1-1,1-1,1 0,0-1,1 0,2 0,0 0,0-1,2 0,1-1,0 1,1-10,2 20,1 1,0-1,0 1,1 0,0-1,1 1,0 0,1 0,0 0,0 0,1 0,0 1,0-1,1 1,0 0,1 0,0 1,0 0,0 0,1 0,0 1,0 0,1 0,1 0,9-5,2 1,-1 0,2 1,-1 1,1 1,0 1,0 1,1 1,0 0,-1 2,1 1,0 0,0 2,0 0,6 2,-3-2,261 30,43 35,-321-64,0 0,-1 1,1-1,-1 2,0-1,0 1,0 0,0 0,-1 1,0 0,0 0,0 1,0-1,-1 1,0 0,0 1,-1-1,0 1,3 6,4 2,16 22,-19-27,0 1,0-1,-1 1,0 0,-1 1,0-1,-1 1,0 1,-1-1,0 1,-1-1,-1 1,0 1,-6 219,2-226,0 0,0-1,-1 1,0-1,0 1,0-1,-1 0,0-1,0 1,-1-1,0 1,0-1,0-1,0 1,-1-1,1 0,-1 0,0 0,-1-1,1 0,0 0,-1-1,0 1,0-2,1 1,-1-1,0 0,0 0,0-1,0 0,0 0,0-1,-2 0,-42 9,-180 8,202-16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7:55:43.72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1815 1169,'-383'31,"162"-2,-373-30,388-33,192 28,0 0,0-1,0-1,1 0,0-1,1 0,0-1,0 0,1-1,1 0,0-1,0 0,-1-3,-39-42,31 38,1 0,1-1,1-1,1-1,0 0,2-1,0 0,2-1,1-1,0 1,2-2,1 1,1-1,2 0,0 0,1 0,2-7,5-191,1 211,1 1,0-1,0 1,1 0,1 1,0-1,0 2,1-1,1 1,0 1,0-1,1 2,0-1,0 2,1-1,0 2,0-1,1 2,0 0,0 0,7-1,29-17,-10 4,1 3,0 1,1 2,1 2,0 1,29-2,109-16,199 30,-142 52,47 28,-129 8,-1 16,-148-99,-1 1,1 0,-1 0,0 0,-1 1,0-1,-1 1,1 0,-2 1,1-1,-1 0,-1 1,0-1,0 1,-1-1,0 1,0 0,-1-1,0 1,-1-1,-2 6,1 33,1 274,-1-309,-1 0,-1-1,0 1,0-1,-1 0,-1 0,0-1,-1 0,0 0,-1 0,0-1,0-1,-1 0,0 0,-1 0,0-2,0 1,-1-1,0-1,0 0,-44 32,-10-3,44-29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0:35.81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911 1111,'-21'1,"0"-2,-1 0,1-1,0-1,0 0,0-2,0-1,1 0,-2-2,-2-2,0 0,1-1,0-2,1 0,0-2,1 0,0-1,2-1,0-1,1-1,1 0,-185-164,169 137,3 0,1-3,2 0,3-1,-6-20,-37-133,65 196,1 0,0-1,1 1,-1 0,1-1,1 1,-1 0,1-1,1 1,-1 0,1 0,1 0,-1 0,1 0,0 0,1 1,-1-1,1 1,1 0,-1 0,1 1,0-1,0 1,1 0,-1 0,1 1,0 0,1 0,-1 0,1 1,-1 0,1 0,5-1,335 1,-253 9,0 3,-1 5,45 15,-137-29,24 8,-1 2,0 0,0 2,-1 0,-1 2,0 0,-1 2,0 0,11 13,111 144,-136-157,-2-1,0 1,-1 1,-1-1,0 1,-1-1,-1 1,-1-1,0 1,-1 0,-3 15,1 28,3-37,1-9,0 1,-1-1,0 1,-2-1,1 1,-2-1,0 0,-1 0,0 0,-1 0,0-1,-1 0,-1 0,-7 10,5-10,0 0,-1-1,-1 0,0-1,-1 0,0-1,-1-1,0 1,0-2,-1 0,0 0,-3 0,-23 14,22-9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0:38.56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880 1317,'-23'-4,"0"0,1-2,-1-1,1 0,1-2,0 0,0-1,0-2,2 0,-1-1,-4-5,-26-14,-251-135,283 156,0-1,1 0,1-1,0-1,1 0,1-1,0-1,1 0,1-1,0 0,1-1,1 0,1-1,0 0,-3-13,-1-12,2 0,1-1,3 0,1 0,3-1,1 1,4-32,-1 67,0 0,1 0,0 0,1 0,0 0,1 0,-1 1,2-1,0 1,0 0,0 1,1-1,1 1,-1 0,1 1,1 0,-1 0,1 0,0 1,1 0,-1 0,1 1,1 1,1-2,28-20,102-41,87 13,-211 52,0 0,0 1,0 1,0 1,1 0,-1 1,0 1,0 0,-1 1,17 7,80 39,-2 4,-3 6,-1 4,-98-58,0 0,1 0,-2 1,1 0,-1 1,0 0,-1 0,0 0,0 1,-1 0,0 1,0-1,-1 1,0 0,-1 1,0-1,1 7,11 34,-8-29,0 1,-1 0,-1 0,-2 0,0 1,-1 0,-2-1,0 1,-1 0,-4 21,-6-10,-2 0,-1 0,-2-1,-1-1,-2-1,-1 0,-2-2,0 0,-2-1,-2-1,0-2,-2 0,-11 7,38-33,-171 151,148-134,3-4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0:52.8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13 0,'18'22,"0"2,-2-1,-1 2,-1 0,-1 1,8 24,-8-20,2 4,-9-18,1 0,0-1,1 0,0 0,1-1,1 0,0-1,1 0,1-1,9 9,-18-19,1 1,-1 0,1 0,-1 1,0-1,0 1,-1-1,1 1,-1 0,1 0,-1 0,-1 0,1 1,0-1,-1 0,0 1,0-1,0 1,-1-1,0 1,0-1,0 1,0 0,0-1,-1 1,0-1,0 1,0-1,-1 0,1 1,-1-1,0 0,-1 0,1 0,0 0,-1-1,0 1,0-1,0 1,0-1,-1 0,0 0,-151 155,60-72,78-68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0:57.4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471 1,'-62'77,"-5"-8,22-21,-1-3,-3-1,-1-2,-3-3,-16 8,67-46,1-1,0 0,-1 1,1-1,-1 1,1-1,0 1,-1 0,1-1,0 1,0 0,0 0,0 0,-1 0,1 0,0 0,1 0,-1 1,0-1,0 0,0 0,1 1,-1-1,1 1,-1-1,1 0,-1 1,1-1,0 1,0-1,0 1,0-1,0 1,0-1,0 1,0-1,1 0,-1 1,0-1,1 1,-1-1,1 0,0 1,-1-1,1 0,0 1,0-1,0 0,0 0,0 0,0 0,0 0,0 0,0 0,1 0,-1-1,0 1,1 0,-1-1,0 1,1-1,-1 1,1-1,-1 0,0 1,1-1,-1 0,1 0,-1 0,2-1,132 55,-102-40,-1 2,0 2,-1 0,0 2,-2 2,9 8,-20-15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0:59.56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555 0,'-6'3,"0"0,0 0,1 1,-1-1,0 1,1 1,0-1,0 1,1 0,-1 0,1 0,0 1,0-1,1 1,-1 2,-1-1,-281 369,189-251,77-109</inkml:trace>
  <inkml:trace contextRef="#ctx0" brushRef="#br0" timeOffset="1514.237">1 29,'119'50,"-97"-37,-1 1,0 0,-1 2,-1 0,0 2,-2 0,0 1,-1 0,0 1,-2 1,9 18,54 82,80 45,-144-151,-2-2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1:03.04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0 175,'16'0,"0"0,0 1,0 1,-1 1,1 0,-1 1,1 0,-1 1,-1 1,1 0,-1 1,0 1,0 0,-1 1,5 5,157 74,-58 0,20 7,-122-83</inkml:trace>
  <inkml:trace contextRef="#ctx0" brushRef="#br0" timeOffset="1482.158">350 0,'-2'14,"0"0,-2 0,1 0,-2-1,0 0,-1 0,0 0,-1 0,0-1,-1 0,0-1,-2 2,-19 30,-153 311,168-330,3-3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1:24.95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89,'139'58,"-126"-50,214 136,-84-42,-108-77</inkml:trace>
  <inkml:trace contextRef="#ctx0" brushRef="#br0" timeOffset="1166.456">351 1,'-2'10,"0"0,-1 0,0-1,0 1,-1-1,-1 1,1-1,-1 0,-1-1,1 0,-2 1,1-2,-3 3,-32 50,-79 220,75-197,35-69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1:33.22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1 205,'7'-4,"1"0,0 1,-1 0,1 0,1 0,-1 1,0 1,0-1,1 1,-1 1,1-1,-1 2,1-1,-1 1,8 2,-4 1,-1 1,-1 1,1-1,-1 2,1 0,-2 0,1 1,-1 0,0 0,-1 1,0 0,-1 1,0 0,0 0,-1 0,0 1,-1 0,0 0,0 2,78 109,-21-48,-52-59</inkml:trace>
  <inkml:trace contextRef="#ctx0" brushRef="#br0" timeOffset="1565.369">526 1,'-16'16,"0"1,0 1,2 1,0 0,1 1,1 0,1 0,1 2,1-1,-6 22,-78 160,-45 93,49-96,77-184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1:47.64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532 1171,'-48'0,"30"3,0 0,1-2,-1 0,0-1,0-1,1-1,-1 0,0-1,1-1,0-1,0 0,0-2,1 1,0-2,0 0,1-1,0-1,0 0,1-1,0-1,-7-8,8 3,1 0,0 0,2-1,0 0,1-1,1 0,0-1,2 0,0 0,1 0,1-1,1 1,1-1,1-12,1 7,-3-2,2 1,1 0,1-1,1 1,2 0,0 0,2 0,1 0,1 1,2 1,0-1,13-20,117-56,-130 91,0 0,1 0,0 1,0 1,1 0,0 0,1 1,0 1,0 0,14-4,164-107,84 81,-262 36,1 1,-1 0,0 1,0 0,0 1,0 1,0 0,-1 0,1 2,-1-1,0 2,5 2,46 22,47 42,113 251,-199-290,-15-21,0 0,0 0,-1 1,0 0,-1 1,-1 0,0 0,-1 0,-1 1,1 5,-2 242,-6-249,0 1,-1-1,-1 0,0 0,-1-1,0 1,-1-1,-1 0,0-1,0 0,-1 0,0-1,-1 0,0-1,-1 0,0 0,0-1,-1-1,0 0,0 0,0-2,-3 2,-127 76,-47-14,154-61,-1-1,1-2,-1-2,0-1,0-2,-28-4,-8 2,47 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1:53.6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682 878,'-251'-34,"32"-62,203 91,0 0,1-2,0 1,0-2,0 0,1-1,0 0,0-1,1-1,1 0,-3-3,8 0,1 0,1-1,0 1,1-1,1 0,0 0,1 0,1 0,0-1,1 1,0 0,1 0,1-1,3-10,-1 12,1-1,1 1,0 1,0-1,2 1,0 0,0 0,1 1,0 0,1 1,1 0,0 1,3-3,8-9,3-1,1 1,1 1,1 1,1 2,0 1,29-12,-35 21,0 1,1 1,0 1,0 1,0 1,0 1,1 1,-1 2,20 2,108-6,-98-5,-32 3,0 1,0 0,1 2,-1 1,1 0,0 2,-1 1,0 0,1 2,-1 0,0 2,-1 0,1 2,1 1,-7-2,0 1,-1 0,1 1,-2 1,1 1,-1 0,-1 0,0 2,-1-1,0 2,-1 0,0 0,-1 1,-1 0,0 0,-2 1,1 0,-2 1,0 0,-1 0,-1 0,1 7,-8 209,-1-219,-1-1,0 0,-1 0,0 0,-1-1,0 0,-1 0,-1-1,0 0,0 0,-1-1,0-1,-1 1,0-2,0 1,-7 2,-12 14,-207 137,229-156,0 0,-1-1,1 1,-1-2,0 0,0 0,-1 0,1-1,-1 0,0-1,1 0,-1-1,0 0,0-1,0 0,0 0,0-1,0 0,0-1,0 0,1 0,-1-1,1-1,-1 1,1-2,0 1,1-1,-6-4,-29-17,5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02:11.09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185 320,'-93'39,"91"-36,-1-1,1 0,0 1,-1-1,1 1,1 0,-1 0,0 0,0 0,1 0,0 0,0 0,0 1,0-1,0 0,1 1,-1-1,1 0,0 1,0-1,0 1,0-1,1 0,-1 1,1-1,0 0,0 0,0 1,1-1,-1 0,1 0,-1 0,1 0,0-1,0 1,1 0,-1-1,0 1,1-1,-1 0,1 0,3 2,-3-3,0 1,0-1,1 0,-1 0,0 0,1-1,-1 1,0-1,1 1,-1-1,1 0,-1-1,1 1,-1-1,1 1,-1-1,0 0,0 0,1 0,-1-1,0 1,0-1,0 0,0 0,0 0,-1 0,1 0,-1-1,1 1,-1-1,0 1,0-1,0 0,0 0,0 0,-1 0,1-1,32-127,-40 55,-36 96,37-16,0-1,1 1,0 0,-1 0,1 1,0-1,1 1,-1 0,1 0,0 0,1 1,-1-1,1 0,0 1,0 0,0 0,1-1,0 1,0 0,1 0,0 0,0 0,0 0,0 0,1 0,0 0,1 0,-1-1,1 1,0 0,0-1,1 1,0-1,0 0,0 0,0 0,1 0,0-1,0 1,2 0,-4-3,0 0,0-1,0 1,1-1,-1 0,1 0,-1 0,1 0,-1 0,1 0,-1-1,1 1,0-1,0 1,-1-1,1 0,0 0,-1-1,1 1,0 0,-1-1,1 0,0 0,-1 0,1 0,-1 0,1 0,-1 0,0-1,0 1,1-1,-1 0,0 0,0 1,0-1,-1-1,1 1,-1 0,1 0,-1-1,1 1,-1 0,0-1,0 0,0 1,-1-1,1-2,19-134,-21 136,1 0,-1 0,0 0,0-1,0 1,-1 0,1 0,0 0,-1 1,0-1,0 0,0 1,0-1,0 1,-1-1,1 1,-1 0,1 0,-1 0,0 0,0 1,1-1,-1 1,-1 0,1 0,0 0,0 0,0 0,0 1,-1-1,1 1,0 0,-1 0,1 0,0 0,0 1,-1-1,1 1,0 0,0 0,0 0,0 1,0-1,0 0,0 1,0 0,1 0,-1 0,1 0,-1 0,1 1,0-1,0 1,0-1,0 1,0 0,0 0,1 0,0-1,-1 2,0 2,-2 17,1 1,1 0,1 0,1 0,2 0,0 0,1-1,4 13,-7-36,1-1,-1 1,0-1,1 1,-1 0,0-1,1 1,-1 0,1-1,-1 1,0 0,1 0,-1 0,1-1,-1 1,1 0,-1 0,1 0,-1 0,1 0,-1 0,1 0,-1 0,1 0,-1 0,1 0,-1 0,1 0,-1 0,1 0,-1 0,1 1,-1-1,1 0,-1 0,1 1,-1-1,0 0,1 1,-1-1,7-59,-7-337,0 394,0 0,0 0,1 0,-1 0,0 1,-1-1,1 0,0 0,-1 0,1 0,-1 0,1 0,-1 0,0 0,0 1,0-1,0 0,0 1,0-1,0 1,0-1,-1 1,1-1,-1 1,1 0,-1 0,1 0,-1 0,0 0,0 0,1 0,-1 0,0 1,0-1,0 1,0-1,0 1,0 0,0 0,0 0,0 0,0 0,1 0,-1 0,0 1,0-1,0 1,0-1,0 1,0 0,1 0,-1 0,0 0,1 0,-1 0,0 0,-84 81,80-61,0 0,2 0,0 1,2 0,0 0,1 0,1 0,2 0,0 0,4 18,-3-29,1 0,0 0,1-1,0 1,0-1,1 0,1-1,-1 1,2-1,-1 0,1-1,1 0,-1 0,1-1,2 1,18 19,-25-22,0 1,0-1,0 0,0 0,1-1,0 1,0-1,0 0,1 0,-1-1,1 0,0 0,0 0,0 0,0-1,0 0,1 0,-1-1,1 0,-1 0,1-1,-1 1,1-1,0-1,-1 1,1-1,-1 0,1-1,-1 0,0 0,0 0,0-1,0 1,0-1,0-1,-1 1,1-1,-1 0,4-4,0-5,0 0,-1-1,0 0,-1 0,0 0,-2-1,1 0,-2-1,0 1,-1-1,0 0,-2 1,0-1,0 0,-2 0,0 0,0 0,-4-13,0 18,-1 0,0 0,-1 0,0 0,-1 1,0 1,0-1,-1 1,-1 1,1-1,-11-6,-12-12,28 24,-1-1,0 1,0 0,0 0,-1 1,1-1,0 1,-1 0,0 1,1-1,-1 1,0 0,0 1,0-1,0 1,0 0,0 1,1-1,-1 1,0 0,0 1,1 0,-1-1,1 2,-1-1,1 1,0 0,0 0,0 0,0 0,0 1,-1 2,-4 2,-1 1,1 0,0 0,1 1,0 1,1-1,0 1,1 1,0 0,1 0,0 0,1 0,0 1,1 0,-5 236,12-162,-3-78,1 1,0-1,1 0,-1 0,2 0,-1-1,1 1,1 0,0-1,0 0,0 0,1 0,0 0,1-1,-1 0,2 0,-1 0,1-1,0 0,0 0,0-1,1 0,0 0,7 3,-12-7,1-1,-1 1,0-1,1 1,-1-1,1 0,-1 0,0-1,1 1,-1-1,0 0,1 1,-1-2,0 1,0 0,0 0,0-1,0 0,0 0,0 0,0 0,-1 0,1 0,-1-1,1 1,-1-1,0 1,0-1,0 0,-1 0,1 0,-1 0,1-2,38-109,2-48,-42 163,-1 0,1-1,-1 1,0-1,1 1,-1-1,0 1,0-1,1 1,-1-1,0 0,0 1,0-1,0 0,1 0,-1 0,0 0,0 0,0 0,0 0,0 0,1 0,-1 0,0 0,0 0,0 0,0-1,1 1,-1 0,0-1,0 1,1 0,-1-1,0 1,0-1,1 0,-1 1,1-1,-1 1,0-1,1 0,-1 1,1-1,0 0,-1 0,1 0,-1 1,1-1,-23 36,2 2,2 1,1 1,2 0,1 1,1 4,-6 15,2-136,-24-170,42 261,0-31,0-4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12:39.07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0 549,'1292'0,"-1004"30,173 26,530-54,10-2,-893-6,0-5,-1-4,29-12,-6 3,156-12,309 8,302 29,-802 10,-73-5</inkml:trace>
  <inkml:trace contextRef="#ctx0" brushRef="#br0" timeOffset="3000.431">7649 549,'-294'-5,"283"0,0 1,0-2,0 1,0-2,1 1,0-1,0-1,1 0,0 0,1-1,0 0,0 0,0-1,2 0,-1-1,1 1,1-1,0 0,0 0,1-1,0 0,1 0,1 1,0-2,0 1,1 0,1 0,0 0,1 0,0-1,1 1,0 0,1 0,0-1,-1 5,-1 1,1 0,0 0,1 0,0 0,0 1,0-1,1 1,0 0,0 0,0 0,1 0,0 1,0-1,1 1,-1 1,1-1,0 1,0 0,1 0,-1 1,1 0,0 0,-1 0,8-1,193-29,-158 29,6-5,-50 7,1 0,0 0,0 1,0-1,0 1,0 0,0 1,0 0,0 0,0 0,0 0,0 1,0 0,0 1,0-1,0 1,0 0,-1 1,1-1,-1 1,1 0,-1 0,0 1,0 0,-1-1,1 2,-1-1,0 0,1 2,4 13,-1 1,0 0,-2 0,0 1,-1 0,-1 0,-1 0,-1 0,-1 1,-1-1,-1 1,-1-1,0 0,-4 9,3-16,-1-1,-1 0,0 0,0-1,-1 1,-1-1,0-1,-1 1,0-1,-1 0,0-1,0 0,-1-1,-1 0,0 0,0-1,-1 0,-5 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13:12.6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0 176,'8'2,"0"1,-1-1,1 1,-1 1,1 0,-1 0,-1 0,1 1,0 0,-1 0,0 1,-1-1,1 1,0 2,28 22,178 121,-68-39,112 90,-252-198,-1 1,1 0,-1 0,0 0,0 0,0 0,-1 1,0 0,0-1,0 1,-1 0,1 0,-2 0,1 0,0 0,-1 0,-1 0,1 0,-1 0,0 0,0-1,-1 4,2-4,-5 33</inkml:trace>
  <inkml:trace contextRef="#ctx0" brushRef="#br0" timeOffset="1534.629">584 1,'-54'239,"22"-119,-5 12,-42 20,8 36,63-168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19:36.28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1113 1203,'-63'72,"55"-61,-1-1,-1 0,0 0,0-1,-1-1,0 0,-1 0,0-1,0 0,0-1,-1-1,0 0,0-1,-6 2,-35 15,-120 42,142-52,0-1,0-2,-1-1,0-1,0-2,-30-1,55-4,0-1,-1-1,1 1,1-1,-1 0,0-1,1 0,0 0,0-1,0 0,0 0,1 0,0-1,0 0,0-1,1 1,0-1,0 0,1 0,-1 0,0-5,-26-31,-41-86,19-24,25 5,-30-27,57 154,0 1,1-1,1 0,0 1,2-1,1 1,0 0,1 0,2 0,0 1,0 0,2 0,1 1,0 0,1 1,1 0,0 0,2 2,0-1,9-7,4-3,146-111,10 43,-83 59,136-31,-225 65,0 0,1 1,-1 0,1 1,-1 0,1 1,-1 0,0 1,0 0,0 1,-1 0,1 0,-1 2,0-1,0 1,0 0,-1 1,0 0,7 8,-9-4,1-1,-2 1,1 1,-2-1,1 1,-2 0,0 1,0-1,-1 1,0-1,-1 1,-1 0,0 0,-1 0,0 0,-1 0,0 0,-1-1,-2 6,5 130,25 49,3-15,-29-161,2-4,0 0,-2 0,0 0,0 0,-2 0,0 0,-1 0,-1-1,0 1,-1-1,-1 0,-1 0,0-1,-8 12,0-9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0:14.3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308 320,'57'58,"9"28,-63-88,-1 0,0 0,0 0,0-1,0 1,-1 0,1-1,-1 0,1 1,-1-1,0 0,0 0,0 0,-1 0,1 1,0-1,-1 0,0 0,0 0,0 0,0 0,0 0,-1 0,1 0,-1 0,0 0,0 0,0 0,-83-187,81 186,0-1,-1 1,0 0,1 0,-2 0,1 1,0-1,-1 1,0 0,0 0,1 1,-2-1,1 1,0 0,0 0,-1 1,1 0,-1 0,1 0,-1 1,0-1,1 1,-1 1,1-1,-1 1,1 0,-1 0,1 0,-1 1,1 0,0 0,0 0,0 1,-1 1,-8 3,0 0,0 1,1 1,0 0,1 1,0 0,0 1,1 1,0-1,1 2,-6 9,9-11,4-7,0-1,0 1,0 0,0 0,0 0,1 0,0 0,0 1,0-1,0 1,1-1,0 1,0 0,0 0,0-1,1 1,0 0,0 0,0 0,0-1,1 1,0 0,0 0,0-1,1 2,11 2,0-1,1-1,-1 0,1-1,1 0,-1-1,1-1,-1 0,1-1,0 0,0-2,12 0,-12 1,284-3,-295 0,1-1,-1 0,1 0,-1-1,0 1,0-1,-1 0,1 0,-1 0,0-1,0 1,0-1,-1 1,1-1,-1 0,0 0,-1 0,1 0,-1-1,0 1,0 0,-1-1,0 1,1 0,-2-1,1 1,-1 0,0-1,0 1,-1-5,1-5,1 3,-1 1,-1-1,0 0,-1 1,0 0,-1 0,0 0,0 0,-1 0,-1 1,0 0,-4-6,8 13,-1-1,1 1,-1 0,1 0,-1 1,0-1,0 0,0 1,0 0,-1 0,1 0,-1 0,1 0,-1 1,0-1,1 1,-1 0,0 0,0 0,0 1,0 0,0-1,0 1,0 1,0-1,0 0,0 1,0 0,1 0,-1 0,0 1,0-1,1 1,-1 0,1 0,0 0,-1 0,0 1,-6 5,1 0,0 1,0 0,1 0,0 0,1 1,0 1,0-1,1 1,1 0,0 0,0 1,1 0,1-1,0 1,0 1,1-1,0 2,3 226,-1-236,-1 1,1 0,0-1,0 1,0 0,1-1,0 1,0 0,0-1,1 1,-1-1,1 0,0 1,0-1,0 0,1 0,0 0,-1 0,1-1,1 1,-1-1,0 0,1 0,0 0,0 0,0-1,0 1,0-1,0 0,0 0,1-1,-1 1,1-1,-1 0,1 0,0 0,-1-1,1 0,0 0,0 0,0 0,4-3,0-1,0 0,-1 0,1 0,-1-1,0-1,0 1,0-1,-1 0,0-1,0 0,-1 0,0-1,0 1,0-1,-1-1,-1 1,1-1,-1 1,-1-1,0 0,1-3,24-211,-29 211,2 9,0-1,0 1,0-1,-1 0,0 1,1-1,-1 0,-1 1,1-1,0 1,-1-1,0 0,0 1,0 0,0-1,-1 1,1-1,-1 1,0 0,0 0,0 0,0 0,0 0,-1 1,0-1,1 1,-1-1,0 1,0 0,0 0,0 0,0 1,-1-1,1 1,-1 0,1 0,-1 0,1 0,-1 0,-15 3,0 1,1 1,0 1,0 0,0 1,0 1,1 1,0 0,1 1,0 1,0 0,1 2,0-1,1 2,1 0,-11 13,-9 3,125-228,-61 43,-29 154,0 0,0 0,-1 0,1 1,0-1,0 0,1 1,-1-1,0 1,0 0,1 0,-1 0,1 0,-1 0,1 0,-1 1,1-1,0 1,-1 0,1 0,0 0,-1 0,1 0,-1 0,1 1,0-1,-1 1,1 0,-1 0,1 0,-1 0,0 0,1 0,-1 1,0-1,0 1,0 0,0 0,0-1,0 1,-1 0,1 0,0 1,-1-1,0 0,0 0,1 1,-1-1,0 3,25 29,-3 2,0 1,-3 1,-1 1,-1 0,8 33,-3-15,36 67,-75-143,-157-17,116 31,54 4,1 1,0-1,0 0,-1 1,1-1,0 1,-1 0,1-1,-1 1,1 0,0 1,-1-1,1 0,-1 1,1-1,0 1,0 0,-1 0,1 0,0 0,0 0,0 0,0 0,0 1,0-1,0 1,1 0,-1-1,0 1,1 0,-1 0,1 0,0 0,0 0,0 0,0 1,0-1,0 0,0 0,1 1,-1-1,1 1,0-1,0 0,0 1,0-1,0 1,1 1,0 19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2:16.42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0,'41'35,"28"35,3-3,2-3,3-3,3-4,73 39,-18-22,164 93,127 101,-248-169,-148-83,-2 0,0 2,-1 2,-1 0,0 2,-2 1,15 17,100 85,37 3,-177-128,1-1,-1 1,1-1,-1 0,0 1,1-1,-1 0,1 1,-1-1,1 0,0 1,-1-1,1 0,0 0,-1 0,1 1,0-1,0 0,0 0,0 0,0 0,0 1,0-1,0 0,0 0,0 0,0 0,1 1,-1-1,0 0,0 0,1 0,-1 1,1-1,-1 0,1 1,-1-1,1 0,-1 1,1-1,-1 0,1 1,0-1,-1 1,1-1,0 1,0 0,-1-1,1 1,0 0,0-1,0 1,-1 0,1 0,0 0,0 0,0 0,0 0,0 0,-1 0,1 0,0 0,0 0,-22-32</inkml:trace>
  <inkml:trace contextRef="#ctx0" brushRef="#br0" timeOffset="872.813">1461 29,'-8'3,"-1"0,2 0,-1 0,0 1,1 0,-1 1,1 0,1 0,-1 0,1 1,-1 0,2 0,-1 1,1-1,0 1,0 0,1 1,0-1,0 1,-2 8,5-15,-264 445,86-169,10 105,112-232,43-116,1-3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8:46.98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0,'4'0,"8"0,1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4:52.1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0 102,'50'-30,"56"-15,200 19,-199 26,-1 4,1 5,19 8,37 4,-137-19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7:56.33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700 2020,'-1'4,"-1"0,0 0,1 0,-1 0,-1-1,1 1,0-1,-1 1,0-1,0 0,0 0,0 0,-1-1,1 1,0-1,-1 1,0-1,0 0,0-1,0 1,0-1,0 1,0-1,0 0,0-1,-1 1,1-1,0 0,0 0,-1 0,1-1,0 1,-4-2,-137-45,96 25,0-2,2-2,1-2,1-2,-18-17,50 35,0-2,1 1,0-1,1-1,1 0,1-1,0 0,1 0,0-1,2 0,0 0,1 0,0-1,1 0,2 0,0 0,0 0,2-9,3-397,25 280,18 39,4-243,-36 178,10 108,-19 44,1 1,1 0,1 0,1 0,0 1,1 1,0 0,1 0,8-7,12-11,-25 26,0-1,1 1,-1 0,1 1,1-1,-1 2,1-1,0 1,1 0,-1 0,1 1,0 0,0 1,0 0,0 1,5-2,0 3,0 0,1 1,-1 0,0 1,0 0,-1 2,1-1,0 2,-1 0,1 0,-1 1,0 1,-1 0,1 1,-1 0,-1 1,1 0,-2 1,1 0,-1 1,0 0,-1 1,0 0,-1 0,0 1,-1 0,2 4,117 224,-38 62,-37 63,-52 148,-1-501,0 0,0-1,-2 1,1 0,-1-1,-1 0,0 0,-1 0,0-1,0 0,-1 0,0-1,-1 1,0-1,-1-1,0 0,-9 7,-27 31,15-21,15-18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02.4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0 100,'0'0</inkml:trace>
  <inkml:trace contextRef="#ctx0" brushRef="#br0" timeOffset="986.172">0 0,'0'0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29.51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1 847,'557'1,"-229"24,226-25,-316 29,81 18,1-50,88-63,-172 10,96 53,-56-47,1731 51,-808-1,-1178 0</inkml:trace>
  <inkml:trace contextRef="#ctx0" brushRef="#br0" timeOffset="1530.028">6998 224,'32'1,"-1"1,0 2,0 0,-1 2,0 2,0 0,0 2,-1 2,0 0,-1 2,-1 1,0 1,-1 2,-1 0,15 15,-6-5,2-1,0-2,2-1,1-2,0-2,37 13,-30-13</inkml:trace>
  <inkml:trace contextRef="#ctx0" brushRef="#br0" timeOffset="3200.946">7621 0,'-95'107,"75"-76,-81 116,-92 93,102-102,87-130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49.8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52.85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54.4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56.21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52.2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 76,'0'0</inkml:trace>
  <inkml:trace contextRef="#ctx0" brushRef="#br0" timeOffset="2689.833">10 1,'-4'4,"-2"2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8:57.66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0,'0'0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9:24.61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480 1398,'-174'-29,"-34"-27,202 52,0-1,1 0,-1 0,1-1,0 0,1 0,-1 0,1 0,1-1,-1 1,1-1,0 0,0 0,1 0,0 0,1-1,-1 1,1-1,1 1,-1-1,1 1,0-1,2-4,-11-55,2 31,1-2,2 1,2 0,1-1,2 0,2 1,4-22,3 20,2 0,2 1,2 0,1 1,2 1,1 1,18-24,18-33,43-47,95 4,-178 125,0 0,0 1,1 1,1 1,-1 0,1 1,0 1,0 1,1 0,-1 2,1 0,1 1,36-1,0 3,0 2,0 3,0 2,-1 3,2 2,-12-1,-33-11,-1 0,0 1,-1 0,1 1,0 0,-1 1,1 0,-1 0,0 1,-1 1,1 0,-1 0,0 0,0 1,-1 1,0 0,0 0,-1 0,0 1,-1 0,4 6,1 21,-1 0,-1 1,-3 0,0 0,-3 1,-1 34,-2-7,3-38,-3 0,0 0,-1 0,-2 0,-1 0,-1-1,-1 0,-1 0,-1 0,-12 23,-87 159,63-197,11-14,-6 12,0 1,0 2,1 2,1 1,0 2,-24 16,-128 40,-37 18,200-86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49:52.7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129 360,'0'3,"0"0,-1 0,1 0,0 0,1 0,-1 0,0 0,1 0,-1 0,1-1,0 1,0 0,0 0,1-1,-1 1,1 0,-1-1,1 1,0-1,0 0,0 0,0 0,0 0,0 0,1 0,-1 0,1-1,-1 1,1-1,0 0,-1 0,1 0,0 0,0 0,0 0,0-1,0 0,-1 1,1-1,0 0,0 0,0-1,0 1,0-1,0 1,0-1,0 0,0 0,-1 0,1-1,0 1,0-1,8-14,-1 0,-1 0,0-1,-1-1,-1 1,-1-1,0 0,-1-1,-1 1,-1-1,-1 0,0 0,-1 0,-2 0,0 0,0 0,-2 0,-1-1,2 15,0 0,0 0,0 0,-1 0,0 1,0-1,0 1,-1 0,1 0,-1 0,0 0,0 1,-1 0,1 0,0 0,-1 0,0 0,0 1,0 0,0 0,0 1,0-1,0 1,-1 0,1 0,0 1,-1 0,1 0,-1 0,1 0,0 1,-1 0,1 0,0 0,0 1,0 0,0 0,0 0,0 1,0-1,1 1,-1 0,1 0,0 1,-1 0,-1 4,1 0,-1 0,1 1,1-1,0 1,0 0,0 0,1 1,1-1,0 1,0-1,1 1,0 0,0 0,1 0,1-1,-1 2,-2 24,-20 215,21-249,1 0,0 0,-1 0,1 1,0-1,0 0,0 1,0-1,0 0,0 0,0 1,1-1,-1 0,0 0,1 1,-1-1,1 0,-1 0,1 0,0 0,-1 0,1 0,0 0,0 0,0 0,-1 0,1 0,0 0,0 0,0-1,1 1,-1 0,0-1,0 1,0-1,0 0,1 1,-1-1,0 0,0 1,1-1,-1 0,0 0,0 0,1 0,-1 0,0-1,1 1,-1 0,0 0,0-1,0 1,1-1,-1 1,0-1,0 0,0 1,1-2,52-55,-28 20,-21 32,-1 1,0-1,0 1,0-1,0-1,-1 1,0 0,0-1,0 1,-1-1,0 0,0 0,0 0,-1 0,0 0,0-1,-1 1,1 0,-1 0,-1-1,1 1,-2-3,0 7,-1 0,1 0,-1 0,0 1,0 0,1-1,-1 1,0 0,0 0,0 1,0-1,0 1,0-1,-1 1,1 0,0 0,0 0,0 1,0-1,0 1,0-1,0 1,0 0,0 0,0 1,0-1,1 0,-1 1,0 0,1 0,0 0,-1 0,1 0,0 0,-6 10,0 0,1 1,1 0,0 0,1 0,1 0,0 1,0 0,1 0,1 0,1 0,0 0,0 1,2-1,0 0,0 0,1 0,2 6,-3-15,-1 0,1 0,0 0,1 1,-1-1,1 0,0-1,0 1,0 0,1 0,0-1,0 0,0 1,0-1,1 0,0-1,-1 1,1 0,1-1,-1 0,0 0,1-1,-1 1,1-1,0 0,0 0,0 0,0-1,0 0,0 0,1 0,-1 0,0-1,1 0,-1 0,0-1,0 1,1-1,-1 0,0 0,0-1,0 0,0 0,0 0,-1 0,4-2,1-7,0-1,-1 1,0-1,-1-1,0 1,-1-1,0-1,-1 1,-1-1,0 0,-1 0,0 0,-1 0,-1 0,0-6,-1 21,-1-1,1 0,0 1,-1-1,1 0,0 1,0-1,-1 0,1 0,-1 0,1 1,0-1,-1 0,1 0,-1 0,1 0,0 1,-1-1,1 0,-1 0,1 0,0 0,-1 0,1 0,-1 0,1 0,-1-1,1 1,0 0,-1 0,1 0,-1 0,1 0,0-1,-1 1,1 0,0 0,-1-1,1 1,0 0,-1-1,1 1,0 0,0-1,-1 1,1 0,0-1,0 1,0 0,-1-1,1 1,0-1,0 1,0-1,-18 39,10 96,6-157,-1-1,0 1,-2 0,-1 1,0-1,-2 1,0 0,-2 0,9 21,1 0,0 0,-1 0,1 0,-1 0,0 1,1-1,-1 0,1 0,-1 1,0-1,0 0,1 1,-1-1,0 1,0-1,0 1,0-1,0 1,1 0,-1-1,0 1,0 0,0 0,0 0,0-1,0 1,0 0,0 0,0 1,0-1,0 0,0 0,0 0,0 1,0-1,0 0,0 1,0-1,1 1,-1-1,0 1,0-1,0 1,1 0,-1-1,0 1,1 0,-1 0,0-1,1 1,-1 0,1 0,0 0,-1 0,1 0,0 0,-1 0,-27 59,27-57,-59 189,70-172,5-47,-4-233,-21 202,-20 109,19 120,11-171,1-1,-1 1,1-1,0 1,-1-1,1 1,-1-1,1 1,0 0,-1-1,1 1,0 0,0-1,-1 1,1 0,0 0,0 0,-1 0,1 0,0 0,0 0,-1 0,1 0,0 0,0 0,-1 0,1 1,0-1,-1 0,1 0,0 1,0-1,-1 1,1-1,-1 0,1 1,0-1,-1 1,1 0,-1-1,1 1,-1-1,0 1,1 0,-1-1,1 1,-1 0,0-1,0 1,1 0,-1 0,0-1,0 1,0 0,0 0,31-67,-20 30,-1 0,-2 0,-1-1,-3-1,0 1,-3 0,-1-1,-1 1,-3-3,4 39,1 0,-1 0,0-1,1 1,-1 0,0 0,0-1,0 1,0 0,0 0,-1-1,1 1,0 0,-1 0,1 0,0-1,-1 1,1 0,-1 0,0 0,1 0,-1 0,0 0,0 0,0 0,1 0,-1 0,0 1,0-1,0 0,0 1,-1-1,1 0,0 1,0 0,0-1,0 1,-1-1,1 1,0 0,0 0,-1 0,1 0,0 0,0 0,-1 0,1 0,0 0,0 1,0-1,-1 0,1 1,0-1,0 1,0 0,0-1,0 1,0 0,0-1,0 1,0 0,0 0,0 0,0 0,1 0,-1 0,0 0,-55 68,46-53,0 1,2 0,0 0,0 1,2 0,0 0,1 0,1 1,1 0,1-1,-1 20,4-38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8T00:50:01.89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330 745,'-79'-44,"51"26,1-2,2-1,0 0,1-2,1-1,-12-18,28 33,0 0,0-1,1 1,1-1,0-1,0 1,1-1,0 0,0 0,2 0,-1 0,1 0,1-1,0 1,1-1,0 1,1-1,0 1,0-1,4-10,2 6,1 1,1-1,0 1,1 1,1-1,0 2,1 0,0 0,1 1,1 1,0 0,0 0,1 2,0 0,1 1,0 0,0 1,11-3,-14 1,1 1,1 0,0 0,0 2,0 0,0 0,1 2,0 0,0 0,1 2,-1 0,0 1,1 0,-1 2,1 0,-1 0,0 2,1 0,-1 1,-1 1,10 3,-12-3,1 1,-1 0,0 1,-1 0,1 1,-1 1,-1 0,0 0,0 1,-1 0,0 1,-1 1,0-1,-1 1,0 1,-1-1,0 1,-1 1,-1-1,0 1,-1 0,0 0,0 3,-8 248,1-254,-1 0,-1 0,0-1,0 0,-1 0,0-1,-1 1,0-1,0-1,-1 1,0-1,-1-1,0 1,0-1,0-1,-1 0,0 0,0-1,0 0,-1-1,0 0,0-1,-11 2,-20 13,24-12,0 0,0-2,-1 0,0-1,0-1,0 0,0-2,0 0,-9-2,-4 1,10 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7:38.12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1,'382'0,"-50"58,-8 2,-36-31,250 0,796-30,-892-59,1564 61,1050-1,-2733-53,-227 29,-73 18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7:43.01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61,'1002'-1,"-389"-58,598 61,-1139-2,0 5,0 2,0 3,16 8,365 32,-395-38,0-3,1-2,0-3,0-2,-1-3,10-3,63 1,-77 3,2-2,0 3,0 2,0 3,-1 2,8 4,17 3,0-4,1-3,0-4,0-3,37-6,49 2,740 3,-589-31,84-27,452 59,-634-30,515 29,-706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7:49.19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0,'586'0,"-383"29,90-29,-268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7:53.6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1,'740'0,"-366"30,-144-31,-205 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7:59.94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328 737,'844'0,"-533"53,-68-29,97-14,-3-68,-325 59,0-1,0 0,0-1,0 0,0-1,0 0,0-1,-1 0,1-1,-1 0,0-1,0 0,-1-1,1 0,-1-1,0 0,-1 0,0-1,0-1,-1 1,0-1,0-1,-1 1,0-1,-1-1,0 1,-1-1,0 0,0 0,-1 0,-1-2,-5-311,2 315,-1 0,0 0,-1 1,1-1,-2 0,1 1,-1 0,-1-1,1 1,-1 0,-1 1,0-1,0 1,0 0,-1 0,0 1,0-1,0 1,-1 0,0 1,0 0,-1 0,1 1,-1 0,0 0,0 0,-1 1,1 1,-1-1,1 1,-1 1,0-1,0 2,-5-1,-468-13,378 1,0 5,-1 4,-71 8,3-1,-788-3,762 34,186-25,0 0,0 1,1 0,0 1,1 0,0 1,1 1,1-1,0 1,0 1,1 0,1 0,1 1,0-1,0 1,0 7,-1 5,1 1,1-1,2 1,1 1,1-1,1 0,1 0,4 13,-1-27,0-1,1 1,1-1,0 0,1 0,0-1,1 0,1 0,-1-1,2 0,0-1,0 0,1 0,0-1,0-1,1 0,0 0,1-1,0-1,0 0,0 0,0-2,1 0,0 0,0-1,0-1,1 0,-1-1,0-1,6 0,187-2,-173 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28:15.8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1 146,'231'-22,"-225"26,0 1,0 0,0 0,-1 1,1 0,-1 0,-1 0,1 1,-1-1,0 1,-1 0,1 0,-1 0,-1 1,0-1,0 1,0 0,-1-1,0 1,0 0,-1 0,0 0,0-1,-1 1,0 0,0 0,-1-1,0 1,-3 7,2 27,-3-22,1 0,-2 0,-1-1,0 1,-2-2,0 1,-1-2,0 1,-2-1,0-1,-1 0,0-1,-1-1,-10 7,23-19,-7 6,8-8,-1 1,1-1,-1 0,0 1,1-1,-1 1,1-1,0 1,-1 0,1 0,0 0,-1 0,1 0,0 0,0 0,0 0,0 0,0 1,0-1,0 0,0 1,0-1,1 0,-1 1,0-1,1 1,0-1,-1 1,1 0,0-1,-1 1,1-1,0 1,0-1,1 1,-1 0,0-1,0 1,1-1,-1 1,1-1,-1 1,1-1,0 1,0-1,-1 0,1 1,0-1,0 0,0 0,0 1,1-1,-1 0,262 4,-186-6,-47 1</inkml:trace>
  <inkml:trace contextRef="#ctx0" brushRef="#br0" timeOffset="3110.291">789 117,'-5'1,"0"-1,1 1,-1 0,0 0,0 1,1 0,-1 0,1 0,-1 0,1 0,0 1,0 0,0 0,0 0,1 0,-1 1,1 0,0-1,0 1,0 0,0 0,1 1,0-1,0 1,0-1,0 1,1-1,-1 1,1 0,1 0,-1 0,-14 158,15-121,-2-32,1 0,0 0,0 1,1-1,1 0,0 0,0 0,1 0,0 0,1 0,0-1,1 1,0-1,0 1,1-1,0-1,0 1,1-1,6 7,18 10,-22-16,1-1,1 0,0 0,0-1,0-1,1 0,0 0,0-1,0 0,1-1,0 0,5 0,-5 0,-1-2,0 1,1-1,0-1,-1 0,1-1,0-1,-1 1,1-2,-1 1,1-2,-1 0,0 0,1-1,-2 0,1-1,0 0,-1 0,0-1,-1-1,1 0,-1 0,0-1,4-5,-3-2,-1-1,-1 0,-1 0,0-1,-1 0,-1 0,0 0,-1-1,-1 0,-1 0,-1 1,0-1,-1 0,-1 0,-1 0,-2-12,1-32,3 55,-1-1,0 0,0 1,-1 0,1-1,-2 1,1 0,-1 0,0 0,0 0,-1 0,0 1,0 0,-1 0,0 0,0 0,0 1,-1 0,1 0,-1 0,0 0,-1 1,1 0,-1 1,0 0,0 0,0 0,-4-1,-15-8,0 1,-1 1,-1 1,0 2,0 1,0 0,-5 2,8 3</inkml:trace>
  <inkml:trace contextRef="#ctx0" brushRef="#br0" timeOffset="9538.974">1490 146,'8'-7,"0"1,1-1,0 2,0-1,1 1,-1 0,1 1,0 0,0 1,0 0,1 1,-1 0,1 0,-1 1,1 0,0 1,-1 1,1-1,0 2,-1-1,10 4,-15-3,0 1,-1 0,1 0,-1 0,0 1,0-1,0 1,0 0,-1 0,0 1,1-1,-2 1,1-1,0 1,-1 0,0 0,0 0,0 0,-1 0,0 1,0-1,0 0,-1 1,1 5,-6 134,2-132,-1 0,0 0,-1 0,0 0,-1-1,-1 0,0 0,0 0,-1-1,-1-1,0 1,0-1,-1-1,0 1,-1-2,-5 4,-90 112,105-123,-1 0,1 0,0-1,0 1,0 0,-1 0,1 0,0 1,0-1,0 0,1 0,-1 1,0-1,0 0,1 1,-1-1,1 0,-1 1,1-1,-1 1,1-1,0 1,0-1,0 1,0-1,0 1,0-1,0 1,0 0,1-1,-1 0,1 1,-1-1,1 1,-1-1,1 0,0 1,0-1,0 0,0 1,0-1,0 0,0 0,0 0,0 0,0 0,0 0,1-1,-1 1,0 0,1 0,-1-1,1 1,-1-1,1 1,-1-1,1 0,-1 0,1 0,-1 0,1 0,-1 0,1 0,-1 0,2-1,179 10,-35 8,-122-17</inkml:trace>
  <inkml:trace contextRef="#ctx0" brushRef="#br0" timeOffset="11794.131">2191 0,'-2'17,"0"0,-1 0,0 0,-2 0,0-1,0 1,-2-2,0 1,-9 14,-27 70,41-97,1 0,-1-1,1 1,0 0,0 0,0-1,0 1,1 0,-1 0,1 0,0 0,0 0,0 0,0 0,0 0,1 0,-1 0,1 0,0 0,0 0,0 0,0-1,0 1,1 0,-1-1,1 1,0-1,0 1,0-1,0 0,0 0,0 0,1 0,-1 0,0-1,1 1,0-1,-1 1,1-1,0 0,0 0,0 0,-1 0,1-1,0 1,0-1,0 0,0 0,3 0,107 13,-76-7,0-1,0-2,1-2,0-1,-1-2,24-5,-36 1</inkml:trace>
  <inkml:trace contextRef="#ctx0" brushRef="#br0" timeOffset="13217.295">2366 175,'0'5,"0"7,0 11,0 6,0 4,0 1,0 0,0-2,0 0,0-1,0-1,0-1,0 0,0 0,0 0,5-5,1-6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2:46.6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911 768,'-497'-1,"459"-1,0-2,0-1,0-2,1-2,0-2,1-1,-2-2,30 10,1 1,0-2,0 1,0-1,1 0,-1 0,1 0,0-1,1 0,0-1,0 1,0-1,0 0,1 0,0 0,1-1,0 1,0-1,0 0,1 0,0 0,1 0,0 0,0 0,1 0,0-1,0 1,1-4,4-283,-2 287,0-1,0 1,1 0,0 0,0 0,1 1,0-1,1 1,-1 0,1 0,0 1,1 0,0 0,0 1,0-1,1 2,-1-1,1 1,0 0,1 0,-1 1,0 1,1-1,0 1,0 1,-1-1,1 1,0 1,0 0,0 0,4 1,47-11,4 0,1 3,1 3,-1 3,39 5,25-1,-77-4,-37-1,-1 0,1 1,-1 1,0 1,1 0,-1 1,0 0,0 1,0 1,0 0,0 1,6 3,-13 1,1 1,-1 0,-1 0,0 0,0 1,-1-1,-1 2,0-1,0 0,-1 1,0-1,-1 1,-1 0,0 0,0 0,-1 0,-1 0,0 0,-2 7,3-10,-7 291,5-290,-1-1,-1 1,0-1,0 0,-1 0,0-1,0 1,-1-1,0 0,0-1,-1 0,0 0,-1 1,-8 9,5-4</inkml:trace>
  <inkml:trace contextRef="#ctx0" brushRef="#br0" timeOffset="3016.468">7247 827,'-52'0,"12"2,0-3,0 0,0-3,0-1,1-2,-13-5,-159-75,198 80,6 4,1-1,0 1,0-1,0 0,0 0,1-1,0 0,0 0,0 0,0 0,1-1,0 0,0 0,0 0,0-3,-22-40,17 35,2 1,0-1,0 0,1 0,1-1,1 0,0 0,1 0,-2-15,4 10,-1 11,0-1,1 0,0 1,1-1,0 0,0 0,1 1,1-1,-1 1,2-1,-1 1,1-1,0 1,1 0,0 0,1 1,0-1,0 1,1 0,4-5,92-83,-74 81,0 0,1 2,0 1,1 1,0 2,1 1,0 1,0 2,1 1,0 1,-1 2,1 1,0 2,19 3,38-3,-70 1,-1 1,1 1,-1 0,-1 1,1 1,-1 1,0 0,-1 2,0 0,0 0,-1 1,-1 1,0 1,0 0,8 12,1-4,-16-13,1 0,-1 0,0 1,-1 1,0-1,-1 1,1 0,-2 0,0 0,0 1,-1-1,0 1,-1 0,0 0,0 0,-2 0,1 1,-1-1,-1 0,0 0,-1 0,0 0,0 0,-1 0,-1-1,1 1,-2-1,0 0,0 0,-1-1,0 1,0-1,1-3,-10 14,-1-1,-1-1,-1 0,-1-1,0-1,-1 0,0-2,-1 0,-1-2,-11 5,-87 65,103-74</inkml:trace>
  <inkml:trace contextRef="#ctx0" brushRef="#br0" timeOffset="8714.384">1028 564,'145'38,"74"1,-75-10,32 0,-116-15,2-3,-1-3,1-3,33-2,305 27,116 57,-200-27,-59-45,-87 0,75 18,-174-15,1-3,0-3,0-4,1-3,0-3,1-3,11-4,83 2,1725 3,-1885 0,0-1,0 0,0-1,0 0,0 0,-1 0,1-1,-1 0,1-1,-1 0,0 0,0 0,-1-1,1 0,-1 0,0-1,-1 0,3-2,45-37,139-75,-172 112,-4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3:26.4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1727 1902,'-440'1,"241"26,-185-27,214-33,143 27,0-2,1-1,0-1,0-1,1-1,0-1,1-1,1-1,0-2,2 0,-1-1,2-1,1-1,0-1,1-1,2 0,0-1,1-1,1-2,-59-118,63 94,2-1,2-1,2 1,3-1,4-35,-2 9,0 65,1 0,0 1,1-1,0 0,1 1,0 0,1 0,1 0,-1 1,2 0,0 0,0 0,1 1,7-7,27-43,7-4,4 1,2 3,3 3,2 2,2 3,3 3,1 2,3 3,2 4,1 2,2 4,36-10,-59 22,1 2,0 3,1 2,1 2,0 3,1 2,0 2,0 3,4 2,459 6,-489 1,-1 1,-1 1,0 1,0 2,-1 1,0 1,-1 1,0 1,-1 1,-1 1,-1 1,0 1,-2 1,0 1,-1 1,-1 1,-1 0,-1 1,-2 1,0 0,7 20,-10-16,-2 0,-1 0,-2 1,-1 0,-1 0,-1 0,-2 0,-1 1,-1-1,-2 0,-3 16,-5-2,-2 0,-2-1,-2-1,-1-1,-2 0,-3-1,0-2,-3 0,-1-1,-1-2,-2-1,-2-1,-18 13,-71 90,-55 13,99-92,-4 20,-56 34,97-103,25-11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9:04.33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80,'246'-18,"6"-22,-138 19,-111 21,0 0,-1 0,1 0,0 1,0-1,-1 1,1 0,0 0,-1 0,1 0,-1 0,1 1,-1-1,0 1,0-1,1 1,-1 0,0 0,-1 0,1 0,0 0,0 1,-1-1,0 0,1 1,-1-1,0 1,0-1,0 1,0 0,-1-1,1 1,-1 0,0 0,1-1,-1 1,-1 0,1 0,0 0,-58 209,17-6,17-150,12-31</inkml:trace>
  <inkml:trace contextRef="#ctx0" brushRef="#br0" timeOffset="4048.169">0 460,'5'0,"17"-5,9-2,4 1,2 1,-1 1,-1-3,-3-1,0 1,-2 2,0 2,-1 1,0 1,0 1,-1 0,1 0,0 0,-4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9:15.87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351 30,'0'612,"0"-585</inkml:trace>
  <inkml:trace contextRef="#ctx0" brushRef="#br0" timeOffset="2110.807">613 1,'6'2,"0"0,-1 1,1 0,-1 0,0 0,0 1,0-1,0 1,-1 1,0-1,0 0,0 1,0 0,0 0,-1 0,0 1,0-1,-1 1,1-1,-1 1,-1 0,1 0,-1 0,0 0,0 0,0 0,-1 0,0 0,-1 0,1 1,-2 2,7 23,9 93,-5 0,-6 0,-7 40,2 12,2-172,1 1,-2 0,1-1,-1 1,1 0,-1-1,-1 1,1-1,-1 1,0-1,-1 0,1 0,-1 0,0 0,0 0,0 0,-1-1,0 0,1 0,-2 0,1 0,0 0,-1-1,0 0,0 0,1 0,-2-1,1 1,0-1,-1 0,1-1,-70 33,60-25,-1-1,-1 0,1-1,-1-1,-1 0,1-1,-1-1,0-1,0-1,0 0,0-1,-14-1,9-9,4-4</inkml:trace>
  <inkml:trace contextRef="#ctx0" brushRef="#br0" timeOffset="3349.196">0 263,'848'0,"-823"0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9:43.87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29 176,'31'473,"-32"-244,1-204</inkml:trace>
  <inkml:trace contextRef="#ctx0" brushRef="#br0" timeOffset="2692.415">0 30,'443'0,"-153"-29,-287 31,1 0,-1 1,1-1,-1 1,0 0,0 0,0 0,-1 1,1-1,-1 0,1 1,-1 0,0 0,-1-1,1 1,-1 0,1 0,-1 1,0-1,-1 0,1 0,-1 0,0 1,0-1,0 0,0 0,-1 0,0 1,0-1,0 0,0 0,-1 0,1 0,-1 0,-2 3,-2 31,3 513,4-547,-1-1,0 1,-1 0,1-1,-1 1,1-1,-1 1,0-1,0 0,-1 1,1-1,-1 0,1 0,-1 1,0-2,0 1,0 0,-1 0,1-1,-1 1,0-1,1 1,-1-1,0 0,0 0,0-1,-1 1,1-1,0 1,-1-1,1 0,0 0,-1-1,1 1,-1-1,-3 1,-382 13,361-8,4-1</inkml:trace>
  <inkml:trace contextRef="#ctx0" brushRef="#br0" timeOffset="4488.658">351 235,'0'5,"0"11,0 9,0 4,0 3,0 0,0 0,-10 0,-9-1,0-1,-2-5,2-2,0-5,2-1,5-3</inkml:trace>
  <inkml:trace contextRef="#ctx0" brushRef="#br0" timeOffset="5406.932">146 293,'22'2,"0"1,0 1,-1 1,0 1,0 1,0 1,-1 1,0 0,-1 1,0 2,6 4,75 38,42 33,-126-74</inkml:trace>
  <inkml:trace contextRef="#ctx0" brushRef="#br0" timeOffset="6424.723">205 118,'0'0</inkml:trace>
  <inkml:trace contextRef="#ctx0" brushRef="#br0" timeOffset="7328.419">234 89,'15'0,"9"0,7 0,-3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9:53.18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1 353,'1'-16,"2"-1,0 1,0 0,2 0,0 1,1-1,0 1,1 0,1 0,8-11,15-31,34-55,-65 112,0 1,-1-1,1 1,0-1,0 1,0-1,0 1,0-1,0 1,0-1,0 1,0 0,0-1,0 1,0-1,0 1,0-1,1 1,-1-1,0 1,0-1,1 1,-1-1,0 0,1 1,-1-1,0 1,1-1,-1 0,1 1,-1-1,0 0,1 1,-1-1,1 0,-1 0,1 1,-1-1,1 0,-1 0,1 0,0 0,-1 0,1 0,-1 0,1 0,-1 0,1 0,-1 0,1 0,-1 0,1 0,-1 0,1-1,-1 1,1 0,0 0,0 64,-1-60,0 55,1 0,4 0,2 0,3-1,2 0,9 21,43 169,-57-223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04.44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0,'61'103,"-38"-57,-3 2,-1 0,-3 1,-2 0,-2 2,4 36,39 313,-54-401,-1 1,1-1,0 1,0-1,0 0,0 1,0 0,0-1,-1 1,1-1,0 1,0 0,0 0,0 0,0-1,0 1,0 0,0 0,1 1,-1-1,0 0,0 0,0 0,-1 1,1-1,0 0,0 1,0-1,0 1,0-1,0 1,0-1,-1 1,1 0,0-1,0 1,-1 0,1 0,0-1,-1 1,1 0,-1 0,1 0,-1 0,0 0,1 0,-1 0,0 0,0 0,0 0,1 0,-1 0,0 0,0 0,0 0,-1 0,1 0,0 0,17-31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02.12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450 1,'-342'0,"337"1,0-1,0 1,0 0,1 0,-1 0,0 1,1-1,0 1,-1 0,1 1,0-1,0 1,0 0,0 0,0 0,1 0,-1 1,1-1,0 1,0 0,1 0,-1 0,1 0,-1 1,1-1,1 0,-1 1,1 0,-1-1,2 1,-1 0,0 0,1-1,0 1,0 0,0 0,0 0,1 0,0-1,1 4,6 282,-1-265,0-1,1 0,1 0,2-1,0 0,1-1,1 0,2-1,0 0,1-1,1-1,0-1,2 0,3 0,-11-5,194 154,-181-159,-1-1,1 0,0-2,0-1,1-1,0-1,-1-1,1-1,-1-2,1 0,-1-1,-17 3,-1-1,0 1,0-1,0 0,0 0,0 0,-1-1,1 0,0 0,-1-1,1 0,-1 1,0-2,0 1,0-1,0 1,-1-2,1 1,-1 0,0-1,0 0,-1 1,0-2,1 1,-2 0,1-1,0 1,-1-1,0 0,-1 1,1-1,-1 0,0 0,-1 0,1 0,-1-1,1-66,-3 40</inkml:trace>
  <inkml:trace contextRef="#ctx0" brushRef="#br0" timeOffset="854.834">509 585,'2'-4,"0"0,1 0,0 0,0 1,0-1,1 1,-1 0,1 0,-1 0,1 1,0-1,0 1,0 0,0 0,1 0,-1 1,0 0,1-1,0 1,6-3,18-5,1 1,1 1,-1 2,1 1,0 1,0 2,0 1,30 4,18-2,-54-2</inkml:trace>
  <inkml:trace contextRef="#ctx0" brushRef="#br0" timeOffset="1478.488">917 526,'18'246,"-5"6,3-210,-4-30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39:54.71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59,'499'0,"-497"-1,-1 0,1 0,0 0,0 1,-1-1,1 1,0-1,0 1,0 0,0 0,0-1,0 1,0 1,-1-1,1 0,0 0,0 1,0-1,0 1,0 0,-1-1,1 1,0 0,-1 0,1 0,-1 0,1 0,-1 1,1-1,-1 0,0 1,1-1,-1 1,0-1,0 1,0-1,0 1,0 0,-1 0,1-1,-1 1,1 0,-1 0,1 0,-1 0,0 0,0 0,0-1,0 1,0 0,0 0,-1 0,1 0,-1 0,1 0,-1-1,0 1,0 0,1 0,-1-1,-1 2,-289 299,283-292,1 1,0-1,0 1,1 1,0-1,1 1,0 0,1 0,0 1,1-1,1 1,0-1,0 1,1 0,1 0,0 0,1 0,0-1,3 8,-1-13,1 0,0 0,1-1,0 0,0 0,0 0,1 0,0-1,0 0,0 0,0-1,1 1,0-2,0 1,0-1,0 0,1 0,-1-1,1 0,0 0,0 0,-1-1,1-1,0 1,0-1,7-1,43 11,-58-10,1 1,0 0,1 0,-1-1,1 1,-1 0,1-1,-1 1,1-1,-1 0,1 1,-1-1,1 0,0 0,-1 0,1 0,-1 0,1-1,-1 1,1 0,-1-1,1 1,-1-1,1 0,-1 1,1-1,-1 0,0 0,1 0,-1 0,0 0,0 0,0 0,0 0,0 0,0-1,0 1,0 0,0-1,-1 1,7-19</inkml:trace>
  <inkml:trace contextRef="#ctx0" brushRef="#br0" timeOffset="884.888">584 146,'5'0,"7"0,5 0,6 5,4 2,-3 4,-1 1,-4 3,-5 3,0 0,-3 1,3-2,2 0,5 3,-2 3,-4-3</inkml:trace>
  <inkml:trace contextRef="#ctx0" brushRef="#br0" timeOffset="2028.52">788 0,'20'5,"12"2,4-1,3-1,3 4,5 5,-1 5,-7 4,-12-1</inkml:trace>
  <inkml:trace contextRef="#ctx0" brushRef="#br0" timeOffset="2991.853">1343 59,'93'60,"-79"-40,-1 0,-1 1,0 0,-2 1,0 1,-2-1,0 1,-2 1,3 15,10 31,4 0,34 178,-55-213</inkml:trace>
  <inkml:trace contextRef="#ctx0" brushRef="#br0" timeOffset="3788.287">1723 59,'5'0,"6"0,7 0,5 0,8 0,5 0,0 0,5 0,4 5,6 6,8 7,-1 0,10-3,3-4,5 1,-2 3,-2 0,-14-3</inkml:trace>
  <inkml:trace contextRef="#ctx0" brushRef="#br0" timeOffset="5868.219">2307 0,'0'586,"0"-583,1 0,-1 1,0-1,0 1,0-1,-1 0,1 1,-1-1,1 0,-1 0,0 1,0-1,-1 0,1 0,-1 0,1 0,-1 0,0-1,0 1,0-1,-1 1,1-1,-1 1,1-1,-1 0,0 0,0-1,1 1,-1 0,0-1,-1 0,1 0,0 0,0 0,0 0,-1-1,1 1,0-1,-1 0,1 0,-4 0,-1 1,-1-1,1 0,0 0,-1-1,1 0,-1-1,1 0,0 0,0 0,0-1,0-1,1 1,-1-1,1 0,0-1,0 0,0 0,0 0,1-1,0 0,1 0,-1-1,1 1,0-1,1-1,-1 1,2 0,-3-6,-1 1,-1-1,0-1,1 0,1-1,0 1,0-1,2 0,0-1,1 1,0-1,1-2,2 15,1 0,-1 0,1 0,0 0,0 0,0 0,0 1,1-1,-1 0,1 0,0 1,0-1,0 1,0 0,0-1,0 1,0 0,1 0,-1 0,1 1,0-1,-1 1,1-1,0 1,0 0,0 0,0 0,0 0,0 1,0-1,0 1,0 0,1 0,-1 0,3 0,109 25,-98-13,-1 2,-1-1,0 2,-1 0,-1 0,0 2,-1-1,-1 2,2 5,23 31,13 53,-41-89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05.1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1,'5'1,"0"-1,0 2,0-1,0 1,0-1,0 1,-1 1,1-1,-1 1,1-1,-1 1,0 1,0-1,0 1,0-1,-1 1,1 0,-1 0,0 1,-1-1,1 0,-1 1,1 0,-1 0,-1 0,1 0,37 134,-34-103,1-1,2-1,2 1,1-1,1-1,2 0,1-1,15 22,-14-34</inkml:trace>
  <inkml:trace contextRef="#ctx0" brushRef="#br0" timeOffset="1047.914">468 439,'-6'-1,"0"1,0-1,0 2,1-1,-1 0,0 1,0 0,1 1,-1-1,1 1,-1 0,1 1,0-1,-1 1,1 0,1 0,-1 0,0 1,1 0,0 0,0 0,0 0,0 1,1 0,-1-1,1 1,0 0,1 1,-1-1,1 0,0 1,1-1,-1 1,1 0,0 0,0-1,1 1,0 0,0 0,0 0,0 6,-1 0,2-1,0 1,0 0,1 0,0-1,1 1,1-1,-1 0,2 0,0 0,0 0,1-1,0 0,6 7,16 31,-26-42,1-1,-1 0,1 0,0 0,0 0,0 0,1 0,0-1,-1 0,2 0,-1 0,0 0,1-1,0 1,0-1,4 2,20 2,0-1,1-1,0-2,0-1,0-1,0-1,0-2,24-5,-51 7,-1 0,0 0,0 0,1 0,-1 0,0-1,0 1,0-1,0 1,0-1,0 0,0 0,0 0,0 0,0 0,0-1,0 1,-1-1,1 1,0-1,-1 1,1-1,-1 0,0 0,0 0,0 0,0 1,0-2,0 1,0 0,-1-17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07.62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702 5,'-21'-2,"0"0,0 2,0 0,0 2,0 0,1 1,-1 1,1 1,0 1,0 1,1 0,-1 2,2 0,-1 1,1 1,1 1,-3 3,-212 263,221-265,1 0,1 1,0 1,1 0,0 0,2 0,0 1,0 0,1 0,1 1,1-1,-1 14,-18 330,23-351,0 0,0 1,1-1,1 0,-1 0,2 0,-1-1,1 1,0-1,1 0,0 0,0 0,1 0,0-1,0 0,1-1,0 1,0-1,1 0,-1-1,1 0,0 0,0-1,1 0,0 0,-1-1,6 1,15 5,0-3,0 0,1-1,0-2,-1-2,1 0,0-2,2-1,-25 2,0-1,0 0,0 0,0 0,-1-1,1 0,-1 0,1-1,-1 0,0 0,0 0,0-1,0 0,0 0,-1 0,0-1,0 0,0 0,-1 0,1-1,-1 1,0-1,2-5,39-157,-18 45,-27 122,1 0,-1 0,1 0,-1 0,1 0,-1 0,0 0,0 0,1 0,-1 0,0 0,0 0,0 0,0 0,0 0,0 0,-1 0,1 0,0 0,0 0,-1 0,1 0,-1 0,1 0,-1 0,1 0,-1 0,1 0,-1 1,0-1,1 0,-1 0,0 1,0-1,0 0,0 1,1-1,-1 1,0-1,0 1,0 0,0-1,0 1,0 0,0 0,0 0,0-1,0 1,0 0,0 0,-1 1,1-1,-25-3</inkml:trace>
  <inkml:trace contextRef="#ctx0" brushRef="#br0" timeOffset="675.54">234 706,'5'0,"7"0,6 0,5 0,8 0,5-5,0-2,4 1,6 1,0 1,-4 2,-3 1,-4 0,-2 1,-3 0,-5 1</inkml:trace>
  <inkml:trace contextRef="#ctx0" brushRef="#br0" timeOffset="1233.335">497 676,'70'196,"-42"-94,44 96,-64-235,-8 7,-1 1</inkml:trace>
  <inkml:trace contextRef="#ctx0" brushRef="#br0" timeOffset="2740.942">848 238,'79'-1,"-44"-2,0 2,1 2,-1 1,0 1,0 2,0 1,-1 2,28 11,-53-12,0 0,0 1,-1 0,0 0,0 1,-1 0,0 0,-1 1,0-1,0 1,-1 1,-1-1,1 1,-2 0,0 0,0 0,-1 1,0-1,-1 0,0 1,-1-1,0 1,-1-1,0 1,-1-1,-1 3,0 0,-1 0,-1-1,-1 0,0 0,0 0,-1-1,-1 0,0 0,0-1,-1 0,-1 0,0-1,0-1,-1 1,-1-2,1 1,-9 3,-57 55,-74 144,150-210,0 0,0 0,1 0,-1 0,1 0,-1 0,1 0,-1 1,1-1,0 0,-1 0,1 0,0 1,0-1,0 0,0 0,0 1,0-1,1 0,-1 0,0 1,0-1,1 0,-1 0,1 0,-1 0,1 1,0-1,-1 0,1 0,0 0,0 0,0 0,0-1,0 1,0 0,0 0,0-1,0 1,0 0,0-1,0 1,0-1,0 0,1 1,-1-1,0 0,0 1,1-1,71 5,-61-5,359-5,-334 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12.09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41 0,'36'46,"-20"-17,0 1,-2 0,-1 1,-1 0,-2 1,-2 1,0 0,-2 0,-2 0,-1 3,-9 292,-18-250,23-76,1-1,-1 1,0-1,1 1,-1-1,0 0,0 0,0 1,0-1,0 0,0 0,0 0,0 0,0 0,-1 0,1 0,0 0,-1-1,1 1,0-1,-1 1,1-1,-1 1,1-1,-1 0,1 1,-1-1,1 0,-1 0,1 0,-1 0,0-1,1 1,-1 0,1-1,0 1,-1 0,1-1,-1 0,1 1,0-1,-1 0,1 0,0 0,0 0,-1 0,1 0,0 0,-11-16,1 0,0-1,1-1,1 1,1-1,1-1,0 1,1-1,2-1,0 1,1-1,1 1,0-1,2 0,1 0,0 1,3-12,-3 18,-1-20,-2 25,1-1,0 1,1-1,0 1,0-1,1 1,0-1,1 1,0-1,1 1,-1 0,2 0,-1 0,2 0,-1 1,1 0,0-1,1 2,-1-1,2 1,-1 0,6-5,17-3,0 1,1 2,1 1,-1 1,2 2,-1 1,1 1,0 2,0 1,1 1,-1 2,0 2,24 3,-46 0,-1 0,0 0,0 0,0 1,0 1,-1 0,0 0,0 0,-1 1,0 0,-1 0,1 1,-2 0,1 0,-1 1,0-1,-1 1,-1 0,1 0,-1 0,-1 1,0-1,0 1,-1-1,-1 1,0 6,28 280,-63-243,17-48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13.37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1,'63'48,"-45"-22,-2 0,-1 0,-1 2,-1-1,-2 2,-1 0,-1 0,-1 1,-2 0,-1 0,-1 0,-1 21,5 4,23 183,-30-211</inkml:trace>
  <inkml:trace contextRef="#ctx0" brushRef="#br0" timeOffset="887.732">175 118,'204'29,"58"1,-136-30,-95-1</inkml:trace>
  <inkml:trace contextRef="#ctx0" brushRef="#br0" timeOffset="1621.075">701 176,'-30'96,"2"-29,-3-2,-3-2,-3 0,-27 33,48-73,-94 81,95-90</inkml:trace>
  <inkml:trace contextRef="#ctx0" brushRef="#br0" timeOffset="2526.076">584 147,'9'-1,"1"0,0 1,-1 0,1 1,-1 0,0 0,1 1,-1 0,0 1,0 0,0 1,0-1,-1 2,1-1,-1 1,2 2,222 175,-216-165,-1-4</inkml:trace>
  <inkml:trace contextRef="#ctx0" brushRef="#br0" timeOffset="3301.972">438 234,'0'5,"5"2,2 4,4 1,1 3,2-1,5 2,-1 3,1-1,2 1,3 2,3 3,0-3,-3 0,-6-4</inkml:trace>
  <inkml:trace contextRef="#ctx0" brushRef="#br0" timeOffset="4178.546">350 585,'62'34,"-18"-19,1-3,0-1,0-2,1-2,0-3,1-1,-1-2,0-3,13-2,29 2,-64 2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18.2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 3,'5'9,"2"10,-1 5,-1 9,-1 4,-2 0,-1-1,-1-1,1-3,-2-5</inkml:trace>
  <inkml:trace contextRef="#ctx0" brushRef="#br0" timeOffset="1238.762">98 3,'9'-2,"0"2,0-1,0 1,0 1,0-1,0 1,-1 1,1 0,0 0,0 1,-1 0,0 0,1 1,-1 0,-1 1,1 0,-1 0,1 0,-1 1,-1 0,1 1,-1-1,-1 1,1 0,-1 1,0-1,0 1,-1 0,0 0,-1 1,0-1,0 1,-1-1,0 1,0 2,0-3,-1 0,1 0,-2 1,1-1,-1 0,0 0,-1 0,0 1,0-1,-1 0,0 0,-1 0,1-1,-1 1,-1-1,0 1,0-1,0 0,-1 0,1-1,-2 0,1 1,-1-2,0 1,0-1,-1 0,1 0,-1 0,0-1,-1 0,1-1,0 0,-1 0,0 0,-2-1,-125 29,113-28</inkml:trace>
  <inkml:trace contextRef="#ctx0" brushRef="#br0" timeOffset="2048.345">156 616,'12'2,"1"2,-1 0,-1 0,1 1,-1 0,1 1,-1 1,-1-1,0 2,0-1,0 2,-1-1,0 1,0 0,-1 1,1 3,-2-6,-1 0,0 1,-1-1,0 1,0 1,0-1,-1 1,0 0,-1 0,0 0,-1 0,0 0,0 1,-1-1,0 1,0-1,-1 1,-1-1,1 1,-2-1,1 1,-1-1,-1 0,1 1,-2-1,1-1,-1 1,-1 0,1-1,-2 0,1 0,-1 0,0-1,0 0,-1 0,0-1,-5 4,-1 0,0 0,-1-1,0-1,-1 0,0-1,0 0,-1-1,1-1,-1-1,0 0,-1-1,1 0,-2-2,14-1,1 0,-1-1,1 0,0 0,-1 0,1 0,0-1,0 1,0-1,0 0,0 1,0-2,1 1,-1 0,1 0,-1-1,1 1,0-1,0 0,0 0,0 0,0 0,1 0,-13-22</inkml:trace>
  <inkml:trace contextRef="#ctx0" brushRef="#br0" timeOffset="2808.271">273 353,'0'10,"0"8,-5 1,-7 8,-11 3,-1 2,-2 11,-2 2,-5 4,2-1,2-4,5-5,3-9,4-9</inkml:trace>
  <inkml:trace contextRef="#ctx0" brushRef="#br0" timeOffset="3904.397">536 32,'5'5,"1"6,0 12,0 7,2 12,1 5,-2 0,-1 5,-2 0,-2 1,-1-4,-1-5,0-15,-1-12</inkml:trace>
  <inkml:trace contextRef="#ctx0" brushRef="#br0" timeOffset="4921.981">798 3,'64'17,"-60"-17,1 0,0 0,0 1,0-1,0 1,-1 0,1 1,0-1,-1 1,1 0,-1 0,0 0,0 1,0-1,0 1,0 0,0 0,-1 1,1-1,-1 1,0-1,0 1,0 0,-1 0,1 1,-1-1,0 0,0 1,-1-1,1 1,-1 0,0-1,0 3,-6 331,6 145,-2-483,1 0,-1-1,1 1,-1 0,1 0,-1 0,1 0,-1 0,1-1,-1 1,1 0,-1 0,1 0,-1 0,1 1,-1-1,1 0,-1 0,1 0,0 0,-1 0,1 1,-1-1,1 0,-1 0,1 1,0-1,-1 0,1 0,-1 1,1-1,0 1,-1-1,1 0,0 1,0-1,-1 1,1-1,0 1,0-1,0 0,0 1,-1-1,1 1,0-1,0 1,0-1,0 1,0-1,0 1,0-1,0 1,0-1,1 1,-1-1,-13-17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28.13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1 117,'545'1,"-542"-2,-1 1,0 0,1-1,-1 1,1 0,-1 0,0 0,1 0,-1 1,0-1,1 1,-1 0,0-1,1 1,-1 0,0 0,0 0,0 1,0-1,0 0,0 1,0-1,0 1,-1 0,1 0,-1-1,1 1,-1 0,0 0,1 1,-1-1,0 0,0 0,-1 0,1 1,0-1,-1 0,0 1,1-1,-1 1,0-1,0 0,0 1,0-1,-1 1,1-1,-1 0,1 1,-1-1,0 0,0 0,0 1,0-1,-1 0,-217 275,213-265,0 0,1 0,0 1,1-1,0 1,1 0,1 0,0 0,0 1,2-1,-1 0,2 1,0-1,0 0,1 0,1 0,0 0,1 0,1 0,0-1,0 0,1 0,1 0,0-1,0 0,1 0,0-1,8 7,-6-4,0-1,1 0,1-1,-1 0,2-1,-1 0,1-1,1-1,0 0,0 0,0-2,1 0,0 0,0-1,1-1,-1-1,1 0,0-1,0-1,0 0,0-1,16-2,-29 0,1 1,-1-1,0 0,0 0,1 0,-1 0,-1 0,1-1,0 1,0-1,-1 0,0 0,1 0,-1 0,0 0,0-1,-1 1,1 0,-1-1,0 1,0-1,0 0,0 1,-1-1,1 0,-1 0,0 1,0-1,0 0,-1 0,1 1,-1-1,0 0,-1-2,-49-123,-54-12,89 107</inkml:trace>
  <inkml:trace contextRef="#ctx0" brushRef="#br0" timeOffset="589.607">730 0,'10'0,"4"5,-2 7,-2 6,3 5,-2 3,-3 3,-2-4</inkml:trace>
  <inkml:trace contextRef="#ctx0" brushRef="#br0" timeOffset="1144.126">876 0,'5'0,"7"0,6 0,0 5,2 2,-3 4,-3 6,-5 4,-4 4,-3-2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24.4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1 263,'8'2,"0"0,0 0,0 1,0 1,-1-1,1 1,-1 0,0 1,0-1,-1 2,1-1,-1 1,0-1,-1 2,1-1,-1 1,0 0,-1 0,0 0,0 0,0 1,-1 0,0-1,-1 1,0 1,0-1,0 0,-1 0,-1 1,1-1,-1 0,-1 1,1-1,-2 5,-3 520,5-519</inkml:trace>
  <inkml:trace contextRef="#ctx0" brushRef="#br0" timeOffset="539.664">439 175,'5'5,"6"2,7-1,5 4,4 0,1-1,-3-3</inkml:trace>
  <inkml:trace contextRef="#ctx0" brushRef="#br0" timeOffset="1714.655">468 0,'23'62,"-4"8,-3 0,-4 2,-3 0,-2 0,-4 53,-3-100,2-20,-1 0,0 1,0-1,0 1,-1-1,0 1,0-1,0 1,-1-1,1 1,-1-1,-1 1,1-1,-1 0,0 0,0 1,0-1,-1-1,0 1,0 0,0-1,0 1,-1-1,1 0,-1 0,-1-1,1 1,0-1,-1 0,1 0,-1 0,0 0,0-1,0 0,0 0,-2 0,-3 1,0-1,0 0,0-1,0 0,-1 0,1-1,-1 0,1-1,0 0,0-1,-1 0,1 0,0-1,1-1,-1 0,1 0,-1-1,1 0,0 0,1-1,0 0,0-1,0 1,0-2,1 1,1-1,-1 0,1-1,0 1,1-1,0 0,1-1,-1 1,1-4,3 9,1-1,0 0,0 1,0-1,1 0,-1 1,1-1,0 0,1 1,-1-1,1 1,0 0,0-1,0 1,1 0,-1 0,1 1,0-1,0 0,0 1,1 0,-1-1,1 2,0-1,0 0,0 1,0-1,0 1,0 0,1 1,3-2,148-24,-146 31,-1 0,1 0,-1 0,0 1,-1 0,1 1,-1 0,0 1,0-1,-1 1,0 1,0 0,-1-1,0 2,0-1,-1 1,0 0,0 0,-1 1,-1-1,1 1,-2 0,1-1,-1 1,0 5,30 67,47 71,-69-134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30.25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117 205,'5'0,"7"0,6 0,4 0,5 0,2 0,1 0,0 0,6 0,1 0,-1 0,-6 0</inkml:trace>
  <inkml:trace contextRef="#ctx0" brushRef="#br0" timeOffset="1303.03">0 497,'30'0,"19"2,1-3,-1-1,0-3,0-2,-1-2,29-9,101-34,-159 44</inkml:trace>
  <inkml:trace contextRef="#ctx0" brushRef="#br0" timeOffset="2918.885">205 1,'35'60,"67"125,6-1,-101-171,0 1,-1 0,0 0,-1 0,-1 1,0 0,-1 0,0 0,-2 0,0 0,0 0,-1 1,-1-1,-1 0,0 2,-3-13,1-1,0 1,-1-1,0 0,0 0,0 0,0-1,0 0,-1 0,1 0,-1 0,1-1,-1 0,1 0,-1-1,0 0,1 0,-1 0,0 0,0-1,1 0,-1 0,1-1,-1 1,1-1,0-1,0 1,-1-1,2 1,-1-1,0-1,0 1,-18-6,19 7,0-1,1 1,-1 0,0 0,0 0,0 1,0 0,-1-1,1 1,0 1,-1-1,1 1,0-1,-1 1,1 1,0-1,-1 1,1-1,0 1,0 0,-1 1,1-1,0 1,0 0,0 0,1 0,-1 0,0 1,1-1,-1 1,1 0,0 0,0 0,0 1,1-1,-1 1,1-1,0 1,-1 0,1 2,0-1,1 1,0-1,0 1,0-1,0 1,1 0,0-1,0 1,0-1,1 1,0 0,0-1,0 1,1-1,0 0,0 1,0-1,1 0,-1 0,1 0,1-1,-1 1,0-1,1 1,0-1,0 0,1-1,-1 1,1-1,-1 0,1 0,0 0,0-1,0 1,1-1,-1-1,36 14,163 32,-100-48,-75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36.15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468 1,'5'5,"1"6,5 2,6 4,4-2,5-3,-4 2,1-3,-4 3,-1-1,3-3,-4 2,-3 3,-5 0</inkml:trace>
  <inkml:trace contextRef="#ctx0" brushRef="#br0" timeOffset="-1552.195">0 439,'5'0,"7"0,6 0,5 0,3 0,3 0,1 0,1 0,-6 0</inkml:trace>
  <inkml:trace contextRef="#ctx0" brushRef="#br0" timeOffset="-677.982">88 293,'-1'348,"-47"-170,58-163,1-15</inkml:trace>
  <inkml:trace contextRef="#ctx0" brushRef="#br0" timeOffset="1418.273">292 468,'44'69,"-38"-48,-1 1,-1 0,0 0,-2 0,-1 1,-1-1,-1 0,-2 17,0 29,3-39,2-22,0 0,-1 0,0-1,0 1,0 0,-1 0,0 0,-1 0,1 0,-1 0,0-1,-1 1,0 0,0-1,-1 1,1-1,-1 0,-1 0,1 0,-1 0,0 0,0-1,-1 0,1 1,-1-2,-1 1,1-1,0 0,-1 0,0 0,0-1,0 1,-1-2,1 1,-2 0,0-2,0-1,-1 0,1 0,0 0,0-1,0 0,0-1,0 0,0 0,0 0,0-1,1-1,0 1,-1-1,1 0,0-1,1 0,-1 0,1 0,0-1,1 0,-1 0,1 0,0-1,0 0,1 0,0 0,1 0,-1 0,1-1,1 0,-1 0,1 0,1 0,-1 0,1 0,1 0,0 0,0-5,2 7,0 1,0-1,0 1,1 0,0 0,0 0,1 0,-1 1,1-1,0 1,0 0,0 0,1 0,0 0,-1 1,1 0,0 0,1 0,-1 1,0 0,1 0,-1 0,1 0,0 1,-1 0,1 0,0 1,0 0,2 0,3-1,0 1,0 0,0 1,0 0,1 1,-2 0,1 0,0 2,0-1,-1 1,0 1,0 0,0 0,0 1,0 1,173 136,-169-133</inkml:trace>
  <inkml:trace contextRef="#ctx0" brushRef="#br0" timeOffset="2208.917">643 526,'1'0,"0"-1,1 0,-1 1,0-1,1 1,-1 0,1-1,-1 1,0 0,1 0,-1 0,1 0,-1 0,1 0,-1 0,0 1,1-1,-1 0,1 1,-1-1,0 1,1 0,-1-1,0 1,0 0,0 0,1 0,-1 0,0 0,0 0,0 0,0 0,-1 0,1 0,0 0,0 1,-1-1,1 0,0 1,-1-1,0 0,1 1,-1-1,56 139,-54-125,2 0,0-1,1 1,1-1,0 0,1 0,0-1,1 0,1 0,8 10,-17-24,0 0,0 0,0 0,1 1,-1-1,0 0,1 0,-1 0,1 1,-1-1,1 0,-1 0,1 1,-1-1,1 1,-1-1,1 0,0 1,-1-1,1 1,0-1,0 1,-1 0,1-1,0 1,0 0,0 0,0-1,-1 1,1 0,0 0,0 0,0 0,0 0,0 0,0 0,-1 0,1 0,0 1,0-1,0 0,-1 1,1-1,0 0,0 1,0-1,-1 1,1-1,0 1,-1-1,1 1,-1 0,1-1,0 1,-1 0,1-1,-1 1,0 0,1 0,-1 0,0-1,1 2,-14-83,11 70,-8-40</inkml:trace>
  <inkml:trace contextRef="#ctx0" brushRef="#br0" timeOffset="3061.643">1022 410,'57'219,"-28"-24,-29-193,1 0,-1 0,0 0,0 0,1 0,-1 0,0 0,-1 0,1 0,0 0,-1 0,1 0,-1 0,1 0,-1 0,0 0,0 0,0 0,0-1,0 1,0 0,-1-1,1 1,0-1,-1 1,1-1,-1 1,0-1,1 0,-1 0,0 0,0 0,0 0,0-1,0 1,0 0,0-1,-29 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44.834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1035 1056,'-62'41,"32"-29,-1-2,0-1,-1-1,0-2,0-1,0-1,-1-2,1-2,-1 0,1-3,-3 0,-75-1,102 6,0-2,0 1,-1-1,1 0,0-1,0 0,0 0,0-1,0 0,0 0,0-1,1 0,-1 0,1-1,0 0,0 0,0-1,1 0,-1 0,1 0,-4-5,-101-121,-4-41,102 142,2 0,0 0,3-1,0 0,2-1,2 0,-1-24,1 38,0 0,1 1,0-1,2 0,0 0,1-1,1 1,0 0,2 0,0 1,1-1,0 0,2 1,0 0,1 0,1 1,0 0,1 0,1 1,0 0,1 1,1 0,0 1,2-1,9 2,-1 2,1 1,1 1,0 1,0 0,0 2,17-1,-7 0,27-4,0 3,1 2,0 3,0 3,42 6,-74-1,1 0,-1 2,0 2,-1 0,0 2,-1 1,0 2,-1 0,-1 2,0 1,-1 1,-1 1,-1 1,15 19,150 158,-173-177,-1 2,-2 0,0 0,-1 1,-1 1,-2 0,0 0,-2 0,0 1,-2 0,-1 0,-1 1,-1-1,-2 0,0 1,-3 6,-90 116,84-132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0:47.51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769 737,'-1'18,"0"0,-2 0,0 0,0 0,-2-1,0 1,-1-1,-1 0,-1-1,0 0,-1 0,0-1,-2 0,1 0,-2-1,0-1,-2 1,11-11,0 0,-1 0,1-1,-1 1,0-1,1 0,-1 0,0 0,0-1,0 1,0-1,-1 0,1 0,0 0,0-1,-1 0,1 0,0 0,0 0,-1 0,1-1,0 0,0 0,-1 0,1-1,0 1,0-1,0 0,1 0,-1 0,0 0,0-2,-94-114,53 56,-233-231,267 280,1-1,1 0,0 0,1-1,1 0,0 0,1 0,1-1,0 0,1 0,1-1,1 1,0-1,1 1,0-1,2 0,0 1,1-1,1-5,-2-16,-2 31,1-1,-1 1,1 0,0-1,1 1,-1 0,2 0,-1-1,1 1,0 0,0 0,1 0,0 1,0-1,1 1,0-1,0 1,0 0,1 1,0-1,0 1,0 0,1 0,-1 1,1-1,1 1,-1 0,0 1,1 0,0 0,6-2,24-2,1 1,-1 2,1 2,0 1,0 2,2 2,43-1,-56-4,0 1,0 2,0 0,1 2,-2 1,1 1,0 1,-1 1,0 2,-1 0,0 2,0 1,-1 0,-1 2,0 1,-1 1,8 8,169 242,-189-245,-2 1,0 0,-2 1,0-1,-2 1,0 0,-2 0,0 0,-2 1,-1-1,0 0,-3 12,1 50,4-81,-1 0,1 0,-1 1,1-1,-1 0,0 0,-1 0,1 1,-1-1,0 0,0 0,0 0,0 0,-1 0,1 0,-1 0,0-1,-1 1,1-1,0 1,-1-1,0 0,0 0,0 0,0 0,0-1,-1 1,1-1,-1 0,1 0,-1 0,0 0,0 0,0-1,0 0,0 0,0 0,0-1,-1 1,1-1,0 0,-4 0,-21-8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4:16.89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96,'142'-40,"47"13,2 9,0 8,188 14,-102 0,901-4,-1146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4:31.7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33 117,'44'0,"177"19,-213-17,0 1,0 0,-1 0,1 1,-1 0,0 1,0-1,0 1,0 0,-1 1,0 0,0 0,-1 0,0 1,0-1,0 1,-1 0,0 1,0-1,-1 1,0 0,0 0,-1 0,0 0,0 1,1 7,-1 0,0 0,-1 0,-1 0,-1 0,0 0,-1 0,0 0,-2-1,0 1,0-1,-2 0,0 0,0 0,-2-1,1 0,-2-1,-8 12,-15 14,-2-1,-2-1,-1-2,-2-2,-13 8,41-35,1 1,1 0,-1 1,1 0,1 0,-1 1,1 0,1 1,0 0,0 0,1 0,0 1,1 0,0 0,1 0,0 1,0-1,2 1,-1 0,2 0,-1 0,1 7,2-16,-1 0,1 0,-1 0,1-1,0 1,0 0,1 0,-1-1,0 1,1-1,-1 1,1-1,0 0,0 0,0 0,0 0,0 0,1 0,-1 0,0-1,1 1,-1-1,1 1,0-1,-1 0,1 0,0-1,0 1,0 0,-1-1,1 0,0 1,0-1,0-1,0 1,0 0,0-1,2 0,112-25,-83 17,-1 1,1 2,1 1,-1 2,1 2,32 2,-42-1</inkml:trace>
  <inkml:trace contextRef="#ctx0" brushRef="#br0" timeOffset="1492.877">850 205,'-45'124,"33"-85,1 0,2 0,2 1,2 0,2 0,1 0,2 1,4 34,-1 21,-4-88,1 0,0 0,0 0,1 0,0 0,0 0,1 0,0 0,0-1,1 1,0-1,0 1,1-1,0 0,0-1,1 1,0-1,0 0,0 0,1 0,0-1,0 1,0-2,1 1,0-1,0 0,0 0,0 0,1-1,-1-1,1 1,-1-1,4 0,-3 0,-1 0,1-1,-1 0,1 0,-1-1,1 1,0-2,-1 1,1-1,-1-1,1 1,-1-1,0 0,1-1,-1 0,0 0,-1 0,1-1,-1 0,1 0,-1-1,0 0,-1 0,1 0,-1-1,0 0,0 0,-1 0,0 0,0-1,0 0,-1 0,0 0,2-6,2-20,-2-1,-1 1,-1-1,-2 0,-2 0,0 0,-3-1,0 8,-1 1,-2 0,0 0,-2 0,0 1,-2 1,-1-1,-1 2,-1 0,-1 0,-1 2,-18-20,-22 9,36 28</inkml:trace>
  <inkml:trace contextRef="#ctx0" brushRef="#br0" timeOffset="2952.575">1347 117,'15'2,"1"1,-1 0,0 1,0 0,0 1,0 1,-1 0,0 1,0 1,0 0,-1 1,-1 0,0 1,0 1,0 0,-2 0,1 1,-1 0,-1 1,-1 0,1 1,-2-1,0 2,-1-1,0 1,-1 0,-1 0,0 0,-1 0,-1 1,0 0,-1-1,-1 1,0 0,-2 0,1-1,-2 1,0 1,-6 2,0 0,-1-1,0-1,-1 0,-2 0,1-1,-2-1,0 0,-1 0,-45 52,18-17,31-40,1 1,0 0,1 0,0 1,1 0,0 1,1 0,0 0,1 0,1 1,0 0,1 0,-1 8,-6 70,15-89,0 0,0 0,0-1,0 1,0-1,1 0,-1 0,0 0,1-1,0 1,-1-1,1 0,0-1,0 1,0-1,-1 0,1 0,0 0,0-1,4 0,2 0,365-3,-350 4</inkml:trace>
  <inkml:trace contextRef="#ctx0" brushRef="#br0" timeOffset="4349.132">2106 1,'-27'219,"-54"173,53-288,30-100,0 0,0-1,1 1,-1-1,1 0,0 1,0-1,0-1,0 1,1 0,-1-1,1 0,0 1,-1-1,1-1,0 1,0-1,0 1,0-1,0 0,1-1,-1 1,0-1,0 1,1-1,-1-1,0 1,0-1,0 1,1-1,-1 0,3-2,4 3,546-4,-466 15,-66-5</inkml:trace>
  <inkml:trace contextRef="#ctx0" brushRef="#br0" timeOffset="4844.629">2631 351,'0'0</inkml:trace>
  <inkml:trace contextRef="#ctx0" brushRef="#br0" timeOffset="5803.868">2573 351,'-18'394,"6"-57,7-313,-1-6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4:29.97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2687 506,'1'-9,"1"0,0 1,0-1,1 1,0-1,1 1,0 0,0 1,0-1,1 1,1 0,-1 0,1 0,0 0,0 1,1 0,0 1,0 0,0 0,1 0,-1 1,1 0,0 0,1 1,-1 0,0 1,1-1,0 2,-1-1,1 1,0 1,3-1,-3 5,-1 0,0 0,0 0,0 1,-1 0,1 1,-1 0,0 0,-1 0,1 1,-1 0,-1 0,1 1,-1 0,-1-1,1 2,-2-1,1 0,-1 1,0 0,0 0,-1-1,-1 2,1 1,12 27,53 85,-65-120,0 0,1 0,-1 0,1-1,0 1,0-1,0 1,0-1,0 0,1 0,-1 0,1 0,-1-1,1 0,0 1,-1-1,1-1,0 1,0 0,-1-1,1 0,0 0,0 0,0 0,0-1,0 1,-1-1,1 0,0 0,-1-1,1 1,-1-1,1 0,1 0,6-7,-1 1,0-1,0-1,0 0,-1-1,-1 1,0-2,0 1,-1-1,-1 0,0 0,-1-1,0 0,0-1,6-20</inkml:trace>
  <inkml:trace contextRef="#ctx0" brushRef="#br0" timeOffset="29682.358">1 126,'225'6,"-218"-3,0 0,0 0,0 0,0 1,-1 0,1 1,-1-1,0 1,0 0,-1 1,1-1,-1 1,0 0,-1 1,0-1,0 1,0 0,-1 0,0 0,0 0,0 0,-1 1,-1 0,1-1,-1 1,0 0,-1-1,0 1,0 0,-1 0,1-1,-2 1,1 0,-1-1,-1 1,1-1,-1 0,0 0,-16 18,0-1,-1-2,-2 0,0-1,-1-1,-20 13,18-13,18-15,0 0,1 1,-1 0,2 0,-1 0,1 1,0 0,0 0,0 0,1 0,0 1,1 0,0-1,0 1,1 1,0-1,0 0,0 1,2-1,-1 0,1 1,0 6,0 11,-2-20,1-1,0 0,0 1,1-1,0 1,0-1,0 0,0 1,1-1,0 1,0-1,0 0,1 0,0 0,0 1,0-2,1 1,-1 0,1 0,0-1,1 0,-1 1,1-1,0 0,0-1,0 1,0-1,1 0,-1 0,1 0,241 5,71-12,-288 4</inkml:trace>
  <inkml:trace contextRef="#ctx0" brushRef="#br0" timeOffset="31539.026">906 155,'-13'9,"1"1,1 0,-1 0,2 1,-1 1,1 0,1 0,0 1,1 0,1 0,0 1,0 0,1 0,1 1,1 0,0-1,1 2,0-1,1 0,1 0,1 1,0-1,1 1,0-1,2 5,2 260,-5-279,0 1,0 0,0-1,0 1,1 0,-1 0,1-1,-1 1,1-1,-1 1,1 0,0-1,0 1,0-1,0 0,0 1,0-1,0 0,1 1,-1-1,0 0,1 0,-1 0,0 0,1 0,0-1,-1 1,1 0,-1-1,1 1,0-1,-1 0,1 1,0-1,0 0,-1 0,1 0,0 0,-1 0,1-1,0 1,0 0,-1-1,1 1,-1-1,1 0,0 1,-1-1,1 0,-1 0,73-58,145-246,-182 116,-27 20,-11 167,0 0,0 0,0 0,0 1,0-1,0 0,0 1,-1-1,1 1,-1-1,1 1,-1-1,1 1,-1 0,0 0,0 0,1 0,-1 0,0 0,0 1,0-1,0 0,0 1,0 0,0-1,0 1,0 0,0 0,0 0,0 0,-1 1,1-1,0 1,0-1,1 1,-1-1,0 1,0 0,0 0,0 0,-1 1,-15 10</inkml:trace>
  <inkml:trace contextRef="#ctx0" brushRef="#br0" timeOffset="33587.02">1432 39,'264'-30,"-259"31,1 0,-1 0,0 0,0 0,1 1,-1 0,0 0,0 1,-1-1,1 1,0 0,-1 0,0 0,1 1,-1 0,-1 0,1 0,-1 0,1 0,-1 1,0-1,-1 1,1 0,-1 0,0 0,0 0,-1 0,1 1,-1-1,0 4,1 2,0-1,-1 1,-1 0,1 0,-2-1,0 1,0 0,-1-1,0 1,0-1,-1 1,-1-1,0 0,0-1,-3 5,-211 208,112-6,37-40,70-173,0 0,0 0,1-1,-1 1,1 0,-1-1,1 1,0-1,0 0,0 0,0 1,0-1,1 0,-1-1,1 1,-1 0,1-1,0 0,0 1,-1-1,1 0,0 0,0-1,0 1,0-1,0 1,0-1,0 0,0 0,0 0,0 0,0-1,0 1,0-1,0 0,0 0,2-1,4 2,303-5,-283 5</inkml:trace>
  <inkml:trace contextRef="#ctx0" brushRef="#br0" timeOffset="35382.638">2161 9,'29'0,"-21"-2,0 0,0 0,0 1,1 0,-1 1,0 0,1 0,-1 0,0 1,0 1,0-1,1 1,-2 1,1-1,0 1,0 1,-1 0,0 0,0 0,0 1,0 0,-1 0,1 0,-1 1,-1 0,1 0,-1 1,0 0,-1 0,1 0,-1 0,-1 0,2 4,-2 5,-1 0,0 0,-1 0,0 0,-1 0,-1 0,-1 0,0 0,-1 0,-1-1,0 1,-1-1,-1 0,-1 0,0-1,0 0,-1 0,-1 0,-1-1,0-1,0 0,-1 0,-1-1,0 0,-17 16,1 1,1 2,1 0,2 2,1 1,-5 12,18-30,7-12,-1-1,1 0,0 1,1-1,-1 1,0 0,1 0,0 0,-1 0,1 0,1 1,-1-1,0 1,1-1,0 1,-1 0,1-1,1 1,-1 0,1 0,-1-1,1 1,0 0,0 0,1 0,-1 0,1-1,0 1,0 0,0-1,0 1,1 0,0-1,-1 0,1 1,0-1,1 0,-1 0,1 0,-1 0,1 0,0-1,0 1,0-1,0 0,0 0,3 1,303 33,-280-35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5:21.65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60,'1812'0,"-1579"-30,165 30,-124-29,805 30,-1054-1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5:29.14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2,'8'5,"1"-1,1 1,-1-2,0 1,1-1,0-1,0 1,0-2,0 1,0-2,0 1,0-1,0-1,9-1,6 2,1655-1,-1233-30,2211 33,-2633-2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5:35.82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31,'352'-1,"-76"-29,788 32,-801 27,439-29,-675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5:37.75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30,'129'-26,"458"23,-165 47,-63-10,476-24,-488 19,-237-30,181 19,-269-12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0:16.208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93,'0'614,"0"-589</inkml:trace>
  <inkml:trace contextRef="#ctx0" brushRef="#br0" timeOffset="3241.953">614 93,'-2'-5,"-1"-1,1 1,-1-1,0 1,0 0,-1 0,1 0,-1 1,0-1,0 1,-1 0,1 0,-1 1,0-1,0 1,0 0,0 0,-1 1,1-1,-1 1,0 1,0-1,1 1,-1 0,0 0,0 0,0 1,0 0,0 0,0 1,0 0,0 0,0 0,1 1,-1-1,0 1,1 1,-1-1,2 2,0-1,0 1,1-1,-1 1,1 0,0 0,0 1,1-1,-1 0,1 1,0 0,0-1,1 1,-1 0,1 0,0 0,0 0,1 0,-1 0,1 0,0 0,1 1,-1-1,1 0,0 0,0 0,1-1,0 1,-1 0,2 0,-1-1,0 1,1-1,0 0,0 0,0 0,3 3,198 171,-190-163,-2-5,0 0,-1 1,-1 0,0 1,0 1,-1-1,-1 1,0 1,-1 0,0 0,-1 0,-1 1,0-1,-1 1,0 1,0 13,-2-20,-1-1,0 1,-1 0,0 0,0 0,-1-1,0 1,0 0,-1-1,0 1,-1-1,0 1,0-1,-1 0,0 0,0 0,-1-1,0 0,-1 0,1 0,-1 0,0-1,-2 1,4-2,1-1,-1 1,1-1,-1 0,0-1,-1 1,1-1,-1 1,1-1,-1-1,0 1,0-1,0 0,0 0,-1 0,1-1,0 1,-1-1,1-1,-1 1,0-1,1 0,-1 0,1-1,-1 1,1-1,-1-1,1 1,0-1,-1 0,1 0,0 0,0-1,1 1,-1-1,-4-4,-2-11,1 0,0-1,1 0,1-1,1 0,1 0,1-1,0 1,2-1,0 0,1 0,2-1,0 1,1 0,4-21,-4-13,1 39,2 0,-1 1,2-1,0 1,1 0,0 0,1 1,1 0,0 0,1 1,1 0,0 1,0 0,2 0,-1 1,1 0,1 1,4-2,165-66,-165 67,-4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8:48:18.4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1,'590'51,"104"63,-324-101,-226-16,134 14,-256-6,1-2,-1 0,1-2,0 0,0-2,0 0,-1-2,1 0,-1-2,0 0,10-5,125-40,-132 46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09:38.449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1143 1376,'-589'0,"573"-3,0-2,-1 0,2-1,-1-1,1 0,0-1,0 0,1-1,0-1,1 0,0-1,1-1,0 0,1 0,0-1,1-1,0 0,-6-12,-10-7,-6-8,2-2,3-1,1 0,2-2,-17-46,13 27,18 47,1-1,1-1,1 1,1-1,1-1,0 1,1-1,2 1,0-5,11-220,-2 229,1 1,1 0,0 1,1 0,1 0,0 1,1 0,0 1,1 1,0 0,1 0,0 1,1 1,0 1,0 0,1 1,9-3,31-13,1 2,1 3,0 3,1 2,0 3,19 1,-37 4,1 3,0 1,0 3,0 1,-1 1,1 3,-1 2,-1 1,1 2,-2 2,3 2,-25-10,1 1,-1 0,-1 1,1 1,-1 0,-1 1,0 1,0 0,-1 1,-1 1,0 0,0 1,-1 0,0 3,6 8,-1 1,-1 1,-2 0,0 1,-2 0,-1 1,-2 0,0 1,-2 0,-2 1,0-1,-2 1,-1 0,-2 0,-1 5,-73 107,46-101,-77 65,-96 118,160-179,28-26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09:54.19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179 938,'24'-2,"-1"-1,1-1,-1-2,0 0,0-1,0-2,-1 0,5-4,81-29,127-34,-170 68,-2-4,1-2,-2-2,0-4,52-24,-92 33</inkml:trace>
  <inkml:trace contextRef="#ctx0" brushRef="#br0" timeOffset="2000.947">1201 559,'-1'-16,"0"1,-1-1,0 1,-1 0,-1 0,-1 0,0 0,-1 0,0 1,-1 0,-1 1,-6-10,-166-268,175 284,-1 2,1-1,-2 1,1 0,0 0,-1 0,0 1,0 0,0 1,-1-1,1 1,-1 1,0-1,0 2,0-1,0 1,0 0,0 0,0 1,0 0,0 1,-6 1,-176 48,177-45,-335 130,335-132,0 2,0 0,0 0,1 1,0 1,0 0,1 0,0 2,0-1,1 1,0 1,0-1,1 2,1-1,0 1,0 1,1-1,0 1,1 1,0-1,1 1,1 0,0 0,1 0,0 1,1-1,0 1,1 0,1 6,9 209,14-158,-22-67,1-1,-1 1,1-1,0 0,0 0,0 0,0 0,0 0,1-1,-1 1,1-1,0 1,0-1,0 0,0 0,0-1,0 1,1 0,-1-1,1 0,-1 0,1 0,-1 0,1 0,-1-1,1 0,0 0,1 0,19 7,112 31,-103-33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2:56.98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1,'15'3,"-1"2,0 0,0 0,0 1,-1 1,0 0,0 1,0 0,-1 1,-1 0,0 1,0 0,-1 1,0 1,0-1,-2 1,8 14,169 273,-102-121,-25-65,6-4,4-2,33 35,53-7,-137-118,48 50,2-2,2-4,4-2,58 34,164 98,-182-127,2-5,118 41,-54-24,234 87,-284-117,2-6,1-6,23-2,-79-15,203 41,21 24,19-17,-223-52,1-3,0-5,0-4,21-6,59 2,-148 0,-1 0,1-2,0-1,-1-1,0-2,-1-1,0-1,-1-1,7-5,178-115,188-135,-235 132,-152 122,0 0,1 1,1 0,-1 1,2 1,0 0,0 1,0 0,1 2,1 0,-1 0,1 2,0 0,16-2,-20 6,0-1,0 0,0-1,0 0,0-1,-1-1,0 0,0 0,0-1,-1-1,0 0,0 0,0-1,-1-1,0 0,4-5,186-282,-180 262</inkml:trace>
  <inkml:trace contextRef="#ctx0" brushRef="#br0" timeOffset="2440.299">5956 1519,'412'-1,"-231"-61,-11-20,-169 82,1-1,0 0,-1 1,1-1,0 1,0-1,0 1,0 0,0 0,-1 0,1 0,0 0,0 0,0 1,0-1,-1 1,1-1,0 1,0 0,-1-1,1 1,0 0,-1 0,1 0,-1 0,1 1,-1-1,0 0,1 1,-1-1,0 1,0-1,0 1,0-1,0 1,0 0,-1-1,1 1,-1 0,1 0,-1-1,1 3,2 87,-4-74,-8 241,9-228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6:40.91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0 346,'1'27,"2"-1,0 1,2-1,1 0,1 0,1 0,11 23,-18-46,1 0,-1 0,0-1,1 1,0 0,-1 0,1-1,0 1,0-1,1 0,-1 1,0-1,1 0,0-1,-1 1,1 0,0-1,0 1,0-1,0 0,0 0,0 0,0 0,0-1,0 1,0-1,0 0,1 0,-1 0,0 0,0 0,0-1,1 1,-1-1,0 0,0 0,0 0,0-1,0 1,-1-1,1 1,0-1,-1 0,1 0,-1 0,112-105,240-354,-336 440,-1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6:42.47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3 348,'-3'76,"18"141,-14-214,0 0,0 0,0-1,0 1,1 0,-1 0,1-1,0 1,0-1,0 0,0 1,0-1,0 0,0 0,1-1,-1 1,1 0,0-1,-1 1,1-1,0 0,0 0,0 0,0 0,0-1,0 1,0-1,0 1,0-1,0 0,0-1,0 1,0 0,0-1,0 0,0 1,0-1,0 0,-1-1,1 1,0 0,0-1,-1 0,1 1,115-81,-117 82,312-334,-205 208,-32 32,-42 50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7:02.92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0 360,'64'72,"12"48,-62-97,-14-21,0-1,1 1,-1-1,0 1,0-1,1 0,-1 1,1-1,-1 1,1-1,-1 0,1 0,0 1,0-1,0 0,0 0,0 0,0 0,0 0,0 0,0 0,0 0,0-1,1 1,-1 0,0-1,1 1,-1 0,0-1,1 0,-1 1,1-1,-1 0,1 0,-1 0,0 0,1 0,-1 0,1 0,-1 0,1-1,-1 1,0-1,1 1,-1-1,0 1,1-1,-1 0,0 0,0 1,1-1,-1 0,0 0,0 0,0 0,0 0,-1-1,1 1,0 0,0 0,0-2,155-259,-18 36,-61 140,-65 71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7:04.3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89,'0'13,"24"226,-23-240,-1-1,0 1,1 0,0-1,-1 1,1 0,0 0,-1-1,1 1,0 0,0 0,0 0,0 0,0 0,0 0,0 0,0 1,0-1,1 0,-1 1,0-1,1 0,-1 1,0 0,1-1,-1 1,0 0,1-1,-1 1,1 0,-1 0,0 0,1 1,-1-1,1 0,-1 0,0 1,1-1,-1 1,0-1,1 1,-1-1,0 1,0 0,0 0,1 0,-1 0,0-1,0 1,0 1,-1-1,1 0,0 0,0 0,0 0,-1 1,1-1,-1 0,1 1,-1-1,1 0,-1 1,0-1,0 0,0 1,0-1,0 1,0 0,138-290,-109 245,-14 24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7:06.19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4 124,'0'36,"-2"-20,1 0,1 0,0 0,1-1,1 1,0 0,1 0,1-1,1 0,0 0,1 0,0-1,2 3,-6-15,-1 0,1-1,-1 1,1 0,0-1,0 1,-1-1,1 0,0 0,0 1,0-1,1-1,-1 1,0 0,0 0,0-1,1 1,-1-1,0 0,1 0,-1 0,0 0,0 0,1 0,-1-1,0 1,0-1,1 1,-1-1,0 0,0 0,0 0,0 0,0 0,0 0,0-1,0 1,-1-1,1 1,0-1,-1 0,74-80,-66 71,154-189,-107 129,-41 55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7:09.192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4 1,'53'40,"-25"-20,-1 1,-1 2,-1 0,-1 2,-1 0,12 20,39 137,-63-159,-2 1,-1 0,-1 1,-1-1,-1 1,-1 1,0 24,2-3,59 364,-67-374,-3 0,0 0,-3 0,-1-1,-1 0,-2 0,-2-2,-6 10,-73 156,10 29,81-225,-1 1,0-1,0 0,0 0,0 0,0 0,-1-1,1 0,-1 1,0-1,0 0,-1-1,1 1,0-1,-1 0,0 0,1 0,-4 0,-45 28,41-16,11-15,1 0,0 1,0-1,-1 0,1 0,0 1,-1-1,1 0,-1 0,1 1,-1-1,1 0,-1 1,1-1,-1 1,0-1,1 1,-1-1,0 1,1-1,-1 1,0 0,0-1,1 1,-1 0,0 0,0-1,0 1,0 0,1 0,-1 0,0 0,0 0,0 0,0 0,1 1,-1-1,0 0,0 0,0 1,1-1,-1 0,0 1,0-1,1 1,-1-1,0 1,1-1,-1 1,1-1,-1 1,1 0,-1-1,1 1,-1 0,1-1,-1 1,1 0,0 0,-1-1,1 1,0 0,0 0,0 0,0 0,0-1,0 1,0 1,-4-44,3-8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8:22.11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0 207,'36'31,"33"55,39 195,-106-276,0 0,0 1,0-1,1 0,0 0,0 0,0 0,1-1,-1 1,1-1,0 0,1 0,-1 0,1-1,-1 0,1 1,0-2,0 1,1 0,-1-1,0 0,1-1,-1 1,1-1,0 0,-1 0,1-1,0 1,0-1,-1-1,1 1,0-1,-1 0,1 0,0-1,-1 1,1-1,-1 0,0-1,0 1,0-1,0 0,3-4,211-213,16-25,-98 91,-98 119,-24 18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8:41.33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7 228,'0'15,"-2"-10,1 0,0 0,0 0,0 0,1 0,0 1,0-1,0 0,1 0,-1 0,1 0,0 0,1 0,-1 0,1 0,0 0,0 0,1-1,-1 1,1-1,0 0,0 0,1 0,-1 0,1 0,0-1,0 0,0 1,0-1,1-1,-1 1,1-1,-1 0,1 0,0 0,1 0,6-3,1-1,0 0,-1-1,0 0,0-1,0-1,0 1,0-2,-1 0,0 0,0-1,-1 0,0-1,0 0,3-4,6-3,299-225,-229 191,-73 42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8:42.865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1 284,'0'3,"18"170,-17-169,0 0,0 1,1-1,-1 0,1-1,0 1,0 0,0 0,0-1,1 1,0-1,-1 0,1 0,0 0,1 0,-1 0,0-1,1 1,0-1,-1 0,1 0,0 0,0-1,0 0,0 1,0-1,0 0,1-1,-1 1,0-1,0 0,1 0,-1 0,0-1,0 1,1-1,-1 0,2-1,8-5,0 1,-1-2,0 0,-1-1,0 0,0 0,-1-1,0-1,0 0,-2-1,1 0,0-3,20-20,250-258,-200 212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9:07.561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1 231,'9'2,"1"0,-1 1,0 0,0 1,0 0,0 0,0 1,-1 0,0 0,0 1,-1 0,1 1,-1 0,0 0,-1 0,0 1,0 0,-1 0,0 0,0 1,-1 0,0 0,1 5,-1-9,-1-1,0 0,1 0,0-1,0 1,0-1,0 0,1 0,-1 0,1-1,-1 0,1 1,0-2,0 1,0 0,0-1,0 0,1 0,-1-1,0 0,0 1,1-2,-1 1,0 0,0-1,0 0,1-1,-1 1,0-1,-1 0,1 0,0 0,0-1,-1 1,0-1,1-1,-1 1,0 0,-1-1,1 0,0 0,-1 0,0 0,0 0,0-2,318-290,-292 242,-25 34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9:36.777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1 583,'34'102,"-32"-95,54 115,-54-119,0-1,0 1,1-1,-1 0,1 0,0 0,0 0,0 0,0 0,0-1,0 0,0 1,0-1,0 0,1-1,-1 1,0 0,1-1,-1 0,1 0,-1 0,0 0,1-1,-1 1,0-1,1 0,-1 0,0 0,0 0,0 0,0-1,0 1,0-1,0 0,0 0,0 0,1-2,188-167,321-317,-380 364,-94 85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7:11.336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7883,'56'-8,"46"12,-83 9,-1 1,-1 1,0 0,-1 1,-1 1,0 1,-1 0,-1 0,-1 2,-1-1,0 2,1 5,2 0,138 279,-93-73,-44-173,-3 2,-3-1,-2 1,-2 1,-4-1,-2 1,-4 14,2 78,3 279,-5-393,-1 1,-2-1,-2-1,-1 0,-2 0,-2-1,-1-1,-2 0,-5 4,-23 57,-30 66,-7-36,-41 92,139-224,1-13</inkml:trace>
  <inkml:trace contextRef="#ctx0" brushRef="#br0" timeOffset="43427.216">59 4438,'1'12,"2"0,-1 0,1 0,1 0,0 0,1-1,0 0,1 0,0 0,0-1,8 9,31 61,60 166,27 84,-120-93,-15-150,3 1131,-57-873,26-199,-30 111,-46-93,71-119,25-31</inkml:trace>
  <inkml:trace contextRef="#ctx0" brushRef="#br0" timeOffset="149516.822">30 0,'2'15,"1"0,1 0,1-1,0 0,1 0,0 0,1-1,0 0,1 0,1-1,3 4,9 16,20 38,-2 2,-3 2,-4 1,14 52,44 199,-32-18,5-42,-9-57,-24-65,-1 61,-20-140,-1-22,-3 0,-1 0,-2 0,-2 0,-2 0,-6 31,-72 279,-3-110,73-183,-3-1,-2-1,-3 0,-2-2,-2 0,-3-1,-3-1,-22 32,-131 307,131-307,35-63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9:43.820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1 617,'0'7,"-1"1,2-1,-1 1,1 0,0-1,1 0,0 1,0-1,1 0,-1 0,2 0,-1 0,1 0,0-1,0 0,1 0,0 0,0 0,0-1,0 1,1-2,4 4,40 43,-46-44,-1 0,1 0,1-1,-1 1,1-1,0 0,1 0,0-1,-1 0,2 0,-1 0,0-1,1 0,0 0,0 0,0-1,1 0,-1-1,1 1,-1-1,1-1,0 0,-1 0,1 0,0-1,0 0,0-1,0 1,-1-2,1 1,0-1,-1 0,1-1,-1 1,7-5,109-158,-85 108,2 1,3 3,2 1,49-42,348-230,-343 240,-75 62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19:50.203"/>
    </inkml:context>
    <inkml:brush xml:id="br0">
      <inkml:brushProperty name="width" value="0.1" units="cm"/>
      <inkml:brushProperty name="height" value="0.1" units="cm"/>
      <inkml:brushProperty name="color" value="#FF0066"/>
      <inkml:brushProperty name="ignorePressure" value="1"/>
    </inkml:brush>
  </inkml:definitions>
  <inkml:trace contextRef="#ctx0" brushRef="#br0">0 1,'0'0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34:52.021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1 294,'8'4,"0"1,1-1,-1-1,1 1,0-2,0 1,0-1,0 0,0-1,1 0,-1-1,0 0,1 0,-1-1,0 0,0-1,7-1,5-6,1-1,-2-1,1-1,-2-1,1-1,-2 0,15-15,77-54,-83 68,0 0,1 2,0 1,1 2,0 0,0 2,22-3,243-17,-283 27,0 1,-1 1,1 0,0 0,-1 1,1 1,-1 0,0 0,0 1,0 0,0 0,-1 1,1 1,-1 0,-1 0,1 0,-1 1,5 6,181 83,-145-53,-3 2,-2 2,-2 2,21 33,-44-58,26 42,-2 2,-4 1,-3 2,6 23,-38-85,5 10</inkml:trace>
  <inkml:trace contextRef="#ctx0" brushRef="#br0" timeOffset="3159.888">1373 673,'17'2,"0"1,0 1,-1 0,1 1,-1 1,0 0,-1 1,1 1,13 9,27 12,-32-16,-21-11,0 1,0 0,0 0,0-1,0 0,1 0,-1 0,1 0,0 0,-1-1,1 1,0-1,0 0,0 0,0-1,0 1,0-1,0 0,0 0,0 0,0 0,0-1,0 0,0 1,0-1,0-1,-1 1,1-1,0 1,-1-1,1 0,-1-1,0 1,1 0,-1-1,0 0,-1 0,2-1,61-193,7 64,-62 118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35:03.293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501 2163,'-3'-15,"-1"1,-1 0,0 0,-1 0,0 1,-1 0,-1 0,0 0,0 1,-2 1,1-1,-1 1,-1 1,0 0,0 1,-1 0,-1 0,-6-3,-24-22,21 16,0-1,2-1,0-1,2 0,0-2,1 0,1-1,2 0,0-1,2-1,0 0,-2-14,2 1,-2-8,1 0,3 0,1-1,3 0,1-6,5 33,-3-10,2-1,2 0,0 0,2 1,2-1,1 1,1 0,1 0,6-10,160-267,-58 155,-83 109,2 2,1 1,2 2,2 2,2 2,0 1,3 2,1 2,0 3,10-3,-28 17,-3 3</inkml:trace>
  <inkml:trace contextRef="#ctx0" brushRef="#br0" timeOffset="1950.287">180 2,'505'0,"-502"-1,0 1,0 0,0 0,0 0,0 0,1 0,-1 0,0 1,0-1,0 1,0 0,0 0,0 0,0 1,-1-1,1 1,0-1,-1 1,1 0,-1 0,1 0,-1 0,0 0,0 1,0-1,0 1,0 0,-1-1,1 1,-1 0,0 0,1 0,-2 0,1 0,0 0,0 0,-1 0,0 0,1 0,-1 0,0 1,-1-1,1 0,-1 0,12 265,-5-239,-3-4</inkml:trace>
  <inkml:trace contextRef="#ctx0" brushRef="#br0" timeOffset="5982.739">677 2,'-6'310,"-65"-113,64-176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17T09:35:16.211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6E2DF0-EAD2-48F8-A088-FFE15CAC96D9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50900"/>
            <a:ext cx="407511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5" y="3271381"/>
            <a:ext cx="794131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3" cy="3410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2A55F-DA5C-43E5-BC08-8659ECEE9F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569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https://www.python.org/psf-landing/
https://en.wikipedia.org/wiki/Python_(programming_language)
https://en.wikipedia.org/wiki/History_of_Python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EDB5D1-F0FD-483C-97C6-120BECF87028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6982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D24CD-FE5A-49F1-A1A0-4EC5E59D8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AC1FF3C-6934-4A65-B369-B5E63CD6DD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DBF82BD-187F-49E5-A6A2-B4F747745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94373A-0DA0-44F1-9CAD-BFF0D79A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053C26-2C31-4519-87A7-462FAEEB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949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17AF39-40EE-48AF-809F-551C3CAB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E540A2-404C-41C3-AE71-4612BA734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2A0CFA-4917-473F-A9C2-65C4A9FEB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A1E2F2-129E-459B-BA52-6C3B5EEFE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F0721F-CAFE-4317-A47B-99427D163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42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38A887-FB27-4CE8-A658-A328CAAA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34952F6-C9AC-48BA-B197-223AAD818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0115EA-2239-45DF-9103-F516AC7A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65AC27-1AB1-45FF-A8D6-ABB03C5E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846E81-159E-4C09-AB32-31F73583F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22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90E358-E6DA-43E3-B9DB-82FC6C555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64DBF3-5593-4ADE-B5F6-3703447F4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AAD7B9-3BB6-489E-B574-E5D10EFEC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3AC9FF8-436C-4A21-A9AB-417A8D16A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5F5793-DC71-4A1F-B5A8-9F4AEE189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B03CD8-E64C-4E99-B73E-0AD4286C9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4284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CB196B-43A7-4F83-A208-D891D10B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4E2ED1-4C7D-465D-95A3-92BE83D76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84627FC-075F-4685-B899-4785E1EF2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91544B4-70D1-4A10-94B7-606E174E6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F819D60-CAB0-4A04-84C8-237C9F2161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8DE7B1-BD35-4A10-AFD0-719B47046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CC841F-C6E6-4F32-928D-5B591141A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0D0733-A28B-4334-B0C8-73FD781E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010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64EC0C-0315-4EA4-9AF7-F9FAC0F1A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C19909-94B5-47ED-8414-E0FCD4F6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EBC353-349F-4FBF-9B6C-C38E703D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8838503-038B-4E5A-B011-6FE2E565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6392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E02103-67DF-40EB-868C-E2401811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2DB424-1945-4B3F-B4BF-96CBB94A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9CB30C-3851-4F04-91ED-DEEE1EDC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5115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A88101-1A6E-4073-9EC1-0377B916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6668EB-F8A9-4B91-9A7F-FCDF487BF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33E9B37-5550-4A7C-BFE5-CED78449A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C1F930-603A-4B50-8F3B-65D30AA9C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DD7646-09F1-4D38-8432-B6C47C1B0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80CB8E-CBE4-45F5-ABBB-7A5FC0CB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304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BD4E1-8EAE-44EE-A5ED-B84EA438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3E7B344-A2D3-4D30-9E0F-BFEFD44598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BB2996-2E81-46C1-A1A3-5394DFD58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C63C7F-5FE3-4D4C-A15D-93FD2086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D3F671-5F77-485F-9A6C-C0E101A86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6A6C8A-42FD-4EF2-B13B-71F33406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294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D7AB9F-3AE2-4D45-84BD-89EF74A22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05B3BE-0257-419B-8089-F52710CEE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FA21AA-8BB0-4555-A495-4CBFD595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EDF9DD-6C49-4740-B507-9D1DDD15E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88725D-849D-415E-BD1E-51A22940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716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E860EA-AB5A-4B25-9791-515D90B23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12A3F5-53F8-46A6-9B5C-D97BCE061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96B51-AF0B-41D6-A550-9A339556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659E59-B5F7-4C85-B3C5-56D8DDA12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A2AC75-ED08-42AF-B8BC-0751ED3A8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967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95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2783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8878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727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20363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291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79783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21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51659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171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253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90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2DA2F0-D922-4F27-B959-52A599C1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C0BC78-22C2-454B-83FE-8327E459C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D114B-394E-4B5A-9699-E508DC37C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9319C-690C-439C-B534-89ABC0C9BB0B}" type="datetimeFigureOut">
              <a:rPr kumimoji="1" lang="ja-JP" altLang="en-US" smtClean="0"/>
              <a:t>2026/9/7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7E532F-0296-430A-A5D5-3C82EF5D9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BC44E0-A230-4B35-8DC2-CE469F2F0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C0E97-BBA3-4295-9E0A-916D4E3F2A8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215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716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2026/9/7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234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hyperlink" Target="https://openclipart.org/detail/125875/nuage--cloud-by-lmproulx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sername/repository.git" TargetMode="External"/><Relationship Id="rId2" Type="http://schemas.openxmlformats.org/officeDocument/2006/relationships/hyperlink" Target="https://github.com/KL-GH0001/SSH2026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ja.wikipedia.org/wiki/%E7%B5%B1%E8%A8%88%E7%9A%84%E3%81%B0%E3%82%89%E3%81%A4%E3%81%8D" TargetMode="External"/><Relationship Id="rId2" Type="http://schemas.openxmlformats.org/officeDocument/2006/relationships/hyperlink" Target="https://ja.wikipedia.org/wiki/%E8%8B%B1%E8%AA%9E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ja.wikipedia.org/wiki/%E7%B5%B1%E8%A8%88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0.png"/><Relationship Id="rId5" Type="http://schemas.openxmlformats.org/officeDocument/2006/relationships/customXml" Target="../ink/ink2.xml"/><Relationship Id="rId4" Type="http://schemas.openxmlformats.org/officeDocument/2006/relationships/image" Target="../media/image7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70.png"/><Relationship Id="rId18" Type="http://schemas.openxmlformats.org/officeDocument/2006/relationships/customXml" Target="../ink/ink11.xml"/><Relationship Id="rId3" Type="http://schemas.openxmlformats.org/officeDocument/2006/relationships/image" Target="../media/image38.png"/><Relationship Id="rId21" Type="http://schemas.openxmlformats.org/officeDocument/2006/relationships/image" Target="../media/image211.png"/><Relationship Id="rId7" Type="http://schemas.openxmlformats.org/officeDocument/2006/relationships/image" Target="../media/image145.png"/><Relationship Id="rId12" Type="http://schemas.openxmlformats.org/officeDocument/2006/relationships/customXml" Target="../ink/ink8.xml"/><Relationship Id="rId17" Type="http://schemas.openxmlformats.org/officeDocument/2006/relationships/image" Target="../media/image190.png"/><Relationship Id="rId2" Type="http://schemas.openxmlformats.org/officeDocument/2006/relationships/image" Target="../media/image37.png"/><Relationship Id="rId16" Type="http://schemas.openxmlformats.org/officeDocument/2006/relationships/customXml" Target="../ink/ink10.xml"/><Relationship Id="rId20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60.png"/><Relationship Id="rId5" Type="http://schemas.openxmlformats.org/officeDocument/2006/relationships/image" Target="../media/image1310.png"/><Relationship Id="rId15" Type="http://schemas.openxmlformats.org/officeDocument/2006/relationships/image" Target="../media/image180.png"/><Relationship Id="rId10" Type="http://schemas.openxmlformats.org/officeDocument/2006/relationships/customXml" Target="../ink/ink7.xml"/><Relationship Id="rId19" Type="http://schemas.openxmlformats.org/officeDocument/2006/relationships/image" Target="../media/image201.png"/><Relationship Id="rId4" Type="http://schemas.openxmlformats.org/officeDocument/2006/relationships/customXml" Target="../ink/ink4.xml"/><Relationship Id="rId9" Type="http://schemas.openxmlformats.org/officeDocument/2006/relationships/image" Target="../media/image150.png"/><Relationship Id="rId14" Type="http://schemas.openxmlformats.org/officeDocument/2006/relationships/customXml" Target="../ink/ink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5" Type="http://schemas.openxmlformats.org/officeDocument/2006/relationships/customXml" Target="../ink/ink14.xml"/><Relationship Id="rId4" Type="http://schemas.openxmlformats.org/officeDocument/2006/relationships/image" Target="../media/image20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customXml" Target="../ink/ink21.xml"/><Relationship Id="rId18" Type="http://schemas.openxmlformats.org/officeDocument/2006/relationships/image" Target="../media/image310.png"/><Relationship Id="rId26" Type="http://schemas.openxmlformats.org/officeDocument/2006/relationships/image" Target="../media/image350.png"/><Relationship Id="rId3" Type="http://schemas.openxmlformats.org/officeDocument/2006/relationships/customXml" Target="../ink/ink16.xml"/><Relationship Id="rId21" Type="http://schemas.openxmlformats.org/officeDocument/2006/relationships/customXml" Target="../ink/ink25.xml"/><Relationship Id="rId7" Type="http://schemas.openxmlformats.org/officeDocument/2006/relationships/customXml" Target="../ink/ink18.xml"/><Relationship Id="rId12" Type="http://schemas.openxmlformats.org/officeDocument/2006/relationships/image" Target="../media/image280.png"/><Relationship Id="rId17" Type="http://schemas.openxmlformats.org/officeDocument/2006/relationships/customXml" Target="../ink/ink23.xml"/><Relationship Id="rId25" Type="http://schemas.openxmlformats.org/officeDocument/2006/relationships/customXml" Target="../ink/ink27.xml"/><Relationship Id="rId2" Type="http://schemas.openxmlformats.org/officeDocument/2006/relationships/image" Target="../media/image41.png"/><Relationship Id="rId16" Type="http://schemas.openxmlformats.org/officeDocument/2006/relationships/image" Target="../media/image300.png"/><Relationship Id="rId20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customXml" Target="../ink/ink20.xml"/><Relationship Id="rId24" Type="http://schemas.openxmlformats.org/officeDocument/2006/relationships/image" Target="../media/image340.png"/><Relationship Id="rId5" Type="http://schemas.openxmlformats.org/officeDocument/2006/relationships/customXml" Target="../ink/ink17.xml"/><Relationship Id="rId15" Type="http://schemas.openxmlformats.org/officeDocument/2006/relationships/customXml" Target="../ink/ink22.xml"/><Relationship Id="rId23" Type="http://schemas.openxmlformats.org/officeDocument/2006/relationships/customXml" Target="../ink/ink26.xml"/><Relationship Id="rId28" Type="http://schemas.openxmlformats.org/officeDocument/2006/relationships/image" Target="../media/image360.png"/><Relationship Id="rId10" Type="http://schemas.openxmlformats.org/officeDocument/2006/relationships/image" Target="../media/image270.png"/><Relationship Id="rId19" Type="http://schemas.openxmlformats.org/officeDocument/2006/relationships/customXml" Target="../ink/ink24.xml"/><Relationship Id="rId4" Type="http://schemas.openxmlformats.org/officeDocument/2006/relationships/image" Target="../media/image240.png"/><Relationship Id="rId9" Type="http://schemas.openxmlformats.org/officeDocument/2006/relationships/customXml" Target="../ink/ink19.xml"/><Relationship Id="rId14" Type="http://schemas.openxmlformats.org/officeDocument/2006/relationships/image" Target="../media/image290.png"/><Relationship Id="rId22" Type="http://schemas.openxmlformats.org/officeDocument/2006/relationships/image" Target="../media/image330.png"/><Relationship Id="rId27" Type="http://schemas.openxmlformats.org/officeDocument/2006/relationships/customXml" Target="../ink/ink28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customXml" Target="../ink/ink33.xml"/><Relationship Id="rId18" Type="http://schemas.openxmlformats.org/officeDocument/2006/relationships/image" Target="../media/image45.png"/><Relationship Id="rId3" Type="http://schemas.openxmlformats.org/officeDocument/2006/relationships/image" Target="../media/image42.png"/><Relationship Id="rId7" Type="http://schemas.openxmlformats.org/officeDocument/2006/relationships/image" Target="../media/image390.png"/><Relationship Id="rId12" Type="http://schemas.openxmlformats.org/officeDocument/2006/relationships/image" Target="../media/image420.png"/><Relationship Id="rId17" Type="http://schemas.openxmlformats.org/officeDocument/2006/relationships/customXml" Target="../ink/ink35.xml"/><Relationship Id="rId2" Type="http://schemas.openxmlformats.org/officeDocument/2006/relationships/image" Target="../media/image41.png"/><Relationship Id="rId16" Type="http://schemas.openxmlformats.org/officeDocument/2006/relationships/image" Target="../media/image44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customXml" Target="../ink/ink32.xml"/><Relationship Id="rId5" Type="http://schemas.openxmlformats.org/officeDocument/2006/relationships/image" Target="../media/image380.png"/><Relationship Id="rId15" Type="http://schemas.openxmlformats.org/officeDocument/2006/relationships/customXml" Target="../ink/ink34.xml"/><Relationship Id="rId10" Type="http://schemas.openxmlformats.org/officeDocument/2006/relationships/image" Target="../media/image43.png"/><Relationship Id="rId19" Type="http://schemas.openxmlformats.org/officeDocument/2006/relationships/customXml" Target="../ink/ink36.xml"/><Relationship Id="rId4" Type="http://schemas.openxmlformats.org/officeDocument/2006/relationships/customXml" Target="../ink/ink29.xml"/><Relationship Id="rId9" Type="http://schemas.openxmlformats.org/officeDocument/2006/relationships/image" Target="../media/image400.png"/><Relationship Id="rId14" Type="http://schemas.openxmlformats.org/officeDocument/2006/relationships/image" Target="../media/image43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ustomXml" Target="../ink/ink41.xml"/><Relationship Id="rId18" Type="http://schemas.openxmlformats.org/officeDocument/2006/relationships/image" Target="../media/image55.png"/><Relationship Id="rId26" Type="http://schemas.openxmlformats.org/officeDocument/2006/relationships/image" Target="../media/image59.png"/><Relationship Id="rId3" Type="http://schemas.openxmlformats.org/officeDocument/2006/relationships/image" Target="../media/image47.png"/><Relationship Id="rId21" Type="http://schemas.openxmlformats.org/officeDocument/2006/relationships/customXml" Target="../ink/ink45.xml"/><Relationship Id="rId7" Type="http://schemas.openxmlformats.org/officeDocument/2006/relationships/customXml" Target="../ink/ink38.xml"/><Relationship Id="rId12" Type="http://schemas.openxmlformats.org/officeDocument/2006/relationships/image" Target="../media/image52.png"/><Relationship Id="rId17" Type="http://schemas.openxmlformats.org/officeDocument/2006/relationships/customXml" Target="../ink/ink43.xml"/><Relationship Id="rId25" Type="http://schemas.openxmlformats.org/officeDocument/2006/relationships/customXml" Target="../ink/ink47.xml"/><Relationship Id="rId2" Type="http://schemas.openxmlformats.org/officeDocument/2006/relationships/image" Target="../media/image41.png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customXml" Target="../ink/ink40.xml"/><Relationship Id="rId24" Type="http://schemas.openxmlformats.org/officeDocument/2006/relationships/image" Target="../media/image58.png"/><Relationship Id="rId5" Type="http://schemas.openxmlformats.org/officeDocument/2006/relationships/customXml" Target="../ink/ink37.xml"/><Relationship Id="rId15" Type="http://schemas.openxmlformats.org/officeDocument/2006/relationships/customXml" Target="../ink/ink42.xml"/><Relationship Id="rId23" Type="http://schemas.openxmlformats.org/officeDocument/2006/relationships/customXml" Target="../ink/ink46.xml"/><Relationship Id="rId10" Type="http://schemas.openxmlformats.org/officeDocument/2006/relationships/image" Target="../media/image51.png"/><Relationship Id="rId19" Type="http://schemas.openxmlformats.org/officeDocument/2006/relationships/customXml" Target="../ink/ink44.xml"/><Relationship Id="rId4" Type="http://schemas.openxmlformats.org/officeDocument/2006/relationships/image" Target="../media/image48.png"/><Relationship Id="rId9" Type="http://schemas.openxmlformats.org/officeDocument/2006/relationships/customXml" Target="../ink/ink39.xml"/><Relationship Id="rId14" Type="http://schemas.openxmlformats.org/officeDocument/2006/relationships/image" Target="../media/image53.png"/><Relationship Id="rId22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6.png"/><Relationship Id="rId18" Type="http://schemas.openxmlformats.org/officeDocument/2006/relationships/image" Target="../media/image69.png"/><Relationship Id="rId26" Type="http://schemas.openxmlformats.org/officeDocument/2006/relationships/image" Target="../media/image71.png"/><Relationship Id="rId39" Type="http://schemas.openxmlformats.org/officeDocument/2006/relationships/customXml" Target="../ink/ink65.xml"/><Relationship Id="rId21" Type="http://schemas.openxmlformats.org/officeDocument/2006/relationships/customXml" Target="../ink/ink54.xml"/><Relationship Id="rId34" Type="http://schemas.openxmlformats.org/officeDocument/2006/relationships/customXml" Target="../ink/ink62.xml"/><Relationship Id="rId42" Type="http://schemas.openxmlformats.org/officeDocument/2006/relationships/image" Target="../media/image77.png"/><Relationship Id="rId7" Type="http://schemas.openxmlformats.org/officeDocument/2006/relationships/image" Target="../media/image63.png"/><Relationship Id="rId25" Type="http://schemas.openxmlformats.org/officeDocument/2006/relationships/customXml" Target="../ink/ink56.xml"/><Relationship Id="rId33" Type="http://schemas.openxmlformats.org/officeDocument/2006/relationships/customXml" Target="../ink/ink61.xml"/><Relationship Id="rId38" Type="http://schemas.openxmlformats.org/officeDocument/2006/relationships/image" Target="../media/image75.png"/><Relationship Id="rId2" Type="http://schemas.openxmlformats.org/officeDocument/2006/relationships/image" Target="../media/image60.png"/><Relationship Id="rId20" Type="http://schemas.openxmlformats.org/officeDocument/2006/relationships/image" Target="../media/image70.png"/><Relationship Id="rId29" Type="http://schemas.openxmlformats.org/officeDocument/2006/relationships/customXml" Target="../ink/ink58.xml"/><Relationship Id="rId41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.xml"/><Relationship Id="rId24" Type="http://schemas.openxmlformats.org/officeDocument/2006/relationships/image" Target="../media/image68.png"/><Relationship Id="rId32" Type="http://schemas.openxmlformats.org/officeDocument/2006/relationships/customXml" Target="../ink/ink60.xml"/><Relationship Id="rId37" Type="http://schemas.openxmlformats.org/officeDocument/2006/relationships/customXml" Target="../ink/ink64.xml"/><Relationship Id="rId40" Type="http://schemas.openxmlformats.org/officeDocument/2006/relationships/image" Target="../media/image76.png"/><Relationship Id="rId5" Type="http://schemas.openxmlformats.org/officeDocument/2006/relationships/image" Target="../media/image62.png"/><Relationship Id="rId15" Type="http://schemas.openxmlformats.org/officeDocument/2006/relationships/customXml" Target="../ink/ink52.xml"/><Relationship Id="rId23" Type="http://schemas.openxmlformats.org/officeDocument/2006/relationships/customXml" Target="../ink/ink55.xml"/><Relationship Id="rId28" Type="http://schemas.openxmlformats.org/officeDocument/2006/relationships/image" Target="../media/image72.png"/><Relationship Id="rId36" Type="http://schemas.openxmlformats.org/officeDocument/2006/relationships/customXml" Target="../ink/ink63.xml"/><Relationship Id="rId10" Type="http://schemas.openxmlformats.org/officeDocument/2006/relationships/customXml" Target="../ink/ink51.xml"/><Relationship Id="rId19" Type="http://schemas.openxmlformats.org/officeDocument/2006/relationships/customXml" Target="../ink/ink53.xml"/><Relationship Id="rId31" Type="http://schemas.openxmlformats.org/officeDocument/2006/relationships/customXml" Target="../ink/ink59.xml"/><Relationship Id="rId4" Type="http://schemas.openxmlformats.org/officeDocument/2006/relationships/customXml" Target="../ink/ink48.xml"/><Relationship Id="rId9" Type="http://schemas.openxmlformats.org/officeDocument/2006/relationships/image" Target="../media/image64.png"/><Relationship Id="rId14" Type="http://schemas.openxmlformats.org/officeDocument/2006/relationships/image" Target="../media/image65.png"/><Relationship Id="rId22" Type="http://schemas.openxmlformats.org/officeDocument/2006/relationships/image" Target="../media/image67.png"/><Relationship Id="rId27" Type="http://schemas.openxmlformats.org/officeDocument/2006/relationships/customXml" Target="../ink/ink57.xml"/><Relationship Id="rId30" Type="http://schemas.openxmlformats.org/officeDocument/2006/relationships/image" Target="../media/image73.png"/><Relationship Id="rId35" Type="http://schemas.openxmlformats.org/officeDocument/2006/relationships/image" Target="../media/image74.png"/><Relationship Id="rId8" Type="http://schemas.openxmlformats.org/officeDocument/2006/relationships/customXml" Target="../ink/ink50.xml"/><Relationship Id="rId3" Type="http://schemas.openxmlformats.org/officeDocument/2006/relationships/image" Target="../media/image6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13" Type="http://schemas.openxmlformats.org/officeDocument/2006/relationships/customXml" Target="../ink/ink72.xml"/><Relationship Id="rId3" Type="http://schemas.openxmlformats.org/officeDocument/2006/relationships/customXml" Target="../ink/ink67.xml"/><Relationship Id="rId7" Type="http://schemas.openxmlformats.org/officeDocument/2006/relationships/customXml" Target="../ink/ink69.xml"/><Relationship Id="rId12" Type="http://schemas.openxmlformats.org/officeDocument/2006/relationships/image" Target="../media/image790.png"/><Relationship Id="rId2" Type="http://schemas.openxmlformats.org/officeDocument/2006/relationships/image" Target="../media/image79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11" Type="http://schemas.openxmlformats.org/officeDocument/2006/relationships/customXml" Target="../ink/ink71.xml"/><Relationship Id="rId5" Type="http://schemas.openxmlformats.org/officeDocument/2006/relationships/customXml" Target="../ink/ink68.xml"/><Relationship Id="rId15" Type="http://schemas.openxmlformats.org/officeDocument/2006/relationships/customXml" Target="../ink/ink73.xml"/><Relationship Id="rId10" Type="http://schemas.openxmlformats.org/officeDocument/2006/relationships/image" Target="../media/image780.png"/><Relationship Id="rId4" Type="http://schemas.openxmlformats.org/officeDocument/2006/relationships/image" Target="../media/image750.png"/><Relationship Id="rId9" Type="http://schemas.openxmlformats.org/officeDocument/2006/relationships/customXml" Target="../ink/ink70.xml"/><Relationship Id="rId14" Type="http://schemas.openxmlformats.org/officeDocument/2006/relationships/image" Target="../media/image8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9.xml"/><Relationship Id="rId18" Type="http://schemas.openxmlformats.org/officeDocument/2006/relationships/image" Target="../media/image91.png"/><Relationship Id="rId26" Type="http://schemas.openxmlformats.org/officeDocument/2006/relationships/image" Target="../media/image95.png"/><Relationship Id="rId39" Type="http://schemas.openxmlformats.org/officeDocument/2006/relationships/customXml" Target="../ink/ink92.xml"/><Relationship Id="rId21" Type="http://schemas.openxmlformats.org/officeDocument/2006/relationships/customXml" Target="../ink/ink83.xml"/><Relationship Id="rId34" Type="http://schemas.openxmlformats.org/officeDocument/2006/relationships/image" Target="../media/image99.png"/><Relationship Id="rId7" Type="http://schemas.openxmlformats.org/officeDocument/2006/relationships/customXml" Target="../ink/ink76.xml"/><Relationship Id="rId12" Type="http://schemas.openxmlformats.org/officeDocument/2006/relationships/image" Target="../media/image88.png"/><Relationship Id="rId17" Type="http://schemas.openxmlformats.org/officeDocument/2006/relationships/customXml" Target="../ink/ink81.xml"/><Relationship Id="rId25" Type="http://schemas.openxmlformats.org/officeDocument/2006/relationships/customXml" Target="../ink/ink85.xml"/><Relationship Id="rId33" Type="http://schemas.openxmlformats.org/officeDocument/2006/relationships/customXml" Target="../ink/ink89.xml"/><Relationship Id="rId38" Type="http://schemas.openxmlformats.org/officeDocument/2006/relationships/image" Target="../media/image101.png"/><Relationship Id="rId2" Type="http://schemas.openxmlformats.org/officeDocument/2006/relationships/image" Target="../media/image83.png"/><Relationship Id="rId16" Type="http://schemas.openxmlformats.org/officeDocument/2006/relationships/image" Target="../media/image90.png"/><Relationship Id="rId20" Type="http://schemas.openxmlformats.org/officeDocument/2006/relationships/image" Target="../media/image92.png"/><Relationship Id="rId29" Type="http://schemas.openxmlformats.org/officeDocument/2006/relationships/customXml" Target="../ink/ink8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customXml" Target="../ink/ink78.xml"/><Relationship Id="rId24" Type="http://schemas.openxmlformats.org/officeDocument/2006/relationships/image" Target="../media/image94.png"/><Relationship Id="rId32" Type="http://schemas.openxmlformats.org/officeDocument/2006/relationships/image" Target="../media/image98.png"/><Relationship Id="rId37" Type="http://schemas.openxmlformats.org/officeDocument/2006/relationships/customXml" Target="../ink/ink91.xml"/><Relationship Id="rId40" Type="http://schemas.openxmlformats.org/officeDocument/2006/relationships/image" Target="../media/image102.png"/><Relationship Id="rId5" Type="http://schemas.openxmlformats.org/officeDocument/2006/relationships/customXml" Target="../ink/ink75.xml"/><Relationship Id="rId15" Type="http://schemas.openxmlformats.org/officeDocument/2006/relationships/customXml" Target="../ink/ink80.xml"/><Relationship Id="rId23" Type="http://schemas.openxmlformats.org/officeDocument/2006/relationships/customXml" Target="../ink/ink84.xml"/><Relationship Id="rId28" Type="http://schemas.openxmlformats.org/officeDocument/2006/relationships/image" Target="../media/image96.png"/><Relationship Id="rId36" Type="http://schemas.openxmlformats.org/officeDocument/2006/relationships/image" Target="../media/image100.png"/><Relationship Id="rId10" Type="http://schemas.openxmlformats.org/officeDocument/2006/relationships/image" Target="../media/image87.png"/><Relationship Id="rId19" Type="http://schemas.openxmlformats.org/officeDocument/2006/relationships/customXml" Target="../ink/ink82.xml"/><Relationship Id="rId31" Type="http://schemas.openxmlformats.org/officeDocument/2006/relationships/customXml" Target="../ink/ink88.xml"/><Relationship Id="rId4" Type="http://schemas.openxmlformats.org/officeDocument/2006/relationships/image" Target="../media/image84.png"/><Relationship Id="rId9" Type="http://schemas.openxmlformats.org/officeDocument/2006/relationships/customXml" Target="../ink/ink77.xml"/><Relationship Id="rId14" Type="http://schemas.openxmlformats.org/officeDocument/2006/relationships/image" Target="../media/image89.png"/><Relationship Id="rId22" Type="http://schemas.openxmlformats.org/officeDocument/2006/relationships/image" Target="../media/image93.png"/><Relationship Id="rId27" Type="http://schemas.openxmlformats.org/officeDocument/2006/relationships/customXml" Target="../ink/ink86.xml"/><Relationship Id="rId30" Type="http://schemas.openxmlformats.org/officeDocument/2006/relationships/image" Target="../media/image97.png"/><Relationship Id="rId35" Type="http://schemas.openxmlformats.org/officeDocument/2006/relationships/customXml" Target="../ink/ink90.xml"/><Relationship Id="rId8" Type="http://schemas.openxmlformats.org/officeDocument/2006/relationships/image" Target="../media/image86.png"/><Relationship Id="rId3" Type="http://schemas.openxmlformats.org/officeDocument/2006/relationships/customXml" Target="../ink/ink74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customXml" Target="../ink/ink98.xml"/><Relationship Id="rId18" Type="http://schemas.openxmlformats.org/officeDocument/2006/relationships/image" Target="../media/image111.png"/><Relationship Id="rId3" Type="http://schemas.openxmlformats.org/officeDocument/2006/relationships/customXml" Target="../ink/ink93.xml"/><Relationship Id="rId7" Type="http://schemas.openxmlformats.org/officeDocument/2006/relationships/customXml" Target="../ink/ink95.xml"/><Relationship Id="rId12" Type="http://schemas.openxmlformats.org/officeDocument/2006/relationships/image" Target="../media/image108.png"/><Relationship Id="rId17" Type="http://schemas.openxmlformats.org/officeDocument/2006/relationships/customXml" Target="../ink/ink100.xml"/><Relationship Id="rId2" Type="http://schemas.openxmlformats.org/officeDocument/2006/relationships/image" Target="../media/image103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customXml" Target="../ink/ink97.xml"/><Relationship Id="rId5" Type="http://schemas.openxmlformats.org/officeDocument/2006/relationships/customXml" Target="../ink/ink94.xml"/><Relationship Id="rId15" Type="http://schemas.openxmlformats.org/officeDocument/2006/relationships/customXml" Target="../ink/ink99.xml"/><Relationship Id="rId10" Type="http://schemas.openxmlformats.org/officeDocument/2006/relationships/image" Target="../media/image107.png"/><Relationship Id="rId4" Type="http://schemas.openxmlformats.org/officeDocument/2006/relationships/image" Target="../media/image104.png"/><Relationship Id="rId9" Type="http://schemas.openxmlformats.org/officeDocument/2006/relationships/customXml" Target="../ink/ink96.xml"/><Relationship Id="rId14" Type="http://schemas.openxmlformats.org/officeDocument/2006/relationships/image" Target="../media/image10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1.xml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4.xml"/><Relationship Id="rId3" Type="http://schemas.openxmlformats.org/officeDocument/2006/relationships/image" Target="../media/image116.png"/><Relationship Id="rId7" Type="http://schemas.openxmlformats.org/officeDocument/2006/relationships/image" Target="../media/image12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3.xml"/><Relationship Id="rId5" Type="http://schemas.openxmlformats.org/officeDocument/2006/relationships/image" Target="../media/image121.png"/><Relationship Id="rId15" Type="http://schemas.openxmlformats.org/officeDocument/2006/relationships/image" Target="../media/image126.png"/><Relationship Id="rId4" Type="http://schemas.openxmlformats.org/officeDocument/2006/relationships/customXml" Target="../ink/ink102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customXml" Target="../ink/ink110.xml"/><Relationship Id="rId18" Type="http://schemas.openxmlformats.org/officeDocument/2006/relationships/image" Target="../media/image135.png"/><Relationship Id="rId26" Type="http://schemas.openxmlformats.org/officeDocument/2006/relationships/image" Target="../media/image139.png"/><Relationship Id="rId3" Type="http://schemas.openxmlformats.org/officeDocument/2006/relationships/customXml" Target="../ink/ink105.xml"/><Relationship Id="rId21" Type="http://schemas.openxmlformats.org/officeDocument/2006/relationships/customXml" Target="../ink/ink114.xml"/><Relationship Id="rId7" Type="http://schemas.openxmlformats.org/officeDocument/2006/relationships/customXml" Target="../ink/ink107.xml"/><Relationship Id="rId12" Type="http://schemas.openxmlformats.org/officeDocument/2006/relationships/image" Target="../media/image132.png"/><Relationship Id="rId17" Type="http://schemas.openxmlformats.org/officeDocument/2006/relationships/customXml" Target="../ink/ink112.xml"/><Relationship Id="rId25" Type="http://schemas.openxmlformats.org/officeDocument/2006/relationships/customXml" Target="../ink/ink116.xml"/><Relationship Id="rId2" Type="http://schemas.openxmlformats.org/officeDocument/2006/relationships/image" Target="../media/image117.png"/><Relationship Id="rId16" Type="http://schemas.openxmlformats.org/officeDocument/2006/relationships/image" Target="../media/image134.png"/><Relationship Id="rId20" Type="http://schemas.openxmlformats.org/officeDocument/2006/relationships/image" Target="../media/image136.png"/><Relationship Id="rId29" Type="http://schemas.openxmlformats.org/officeDocument/2006/relationships/customXml" Target="../ink/ink1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customXml" Target="../ink/ink109.xml"/><Relationship Id="rId24" Type="http://schemas.openxmlformats.org/officeDocument/2006/relationships/image" Target="../media/image138.png"/><Relationship Id="rId5" Type="http://schemas.openxmlformats.org/officeDocument/2006/relationships/customXml" Target="../ink/ink106.xml"/><Relationship Id="rId15" Type="http://schemas.openxmlformats.org/officeDocument/2006/relationships/customXml" Target="../ink/ink111.xml"/><Relationship Id="rId23" Type="http://schemas.openxmlformats.org/officeDocument/2006/relationships/customXml" Target="../ink/ink115.xml"/><Relationship Id="rId28" Type="http://schemas.openxmlformats.org/officeDocument/2006/relationships/image" Target="../media/image140.png"/><Relationship Id="rId10" Type="http://schemas.openxmlformats.org/officeDocument/2006/relationships/image" Target="../media/image131.png"/><Relationship Id="rId19" Type="http://schemas.openxmlformats.org/officeDocument/2006/relationships/customXml" Target="../ink/ink113.xml"/><Relationship Id="rId4" Type="http://schemas.openxmlformats.org/officeDocument/2006/relationships/image" Target="../media/image128.png"/><Relationship Id="rId9" Type="http://schemas.openxmlformats.org/officeDocument/2006/relationships/customXml" Target="../ink/ink108.xml"/><Relationship Id="rId14" Type="http://schemas.openxmlformats.org/officeDocument/2006/relationships/image" Target="../media/image133.png"/><Relationship Id="rId22" Type="http://schemas.openxmlformats.org/officeDocument/2006/relationships/image" Target="../media/image137.png"/><Relationship Id="rId27" Type="http://schemas.openxmlformats.org/officeDocument/2006/relationships/customXml" Target="../ink/ink117.xml"/><Relationship Id="rId30" Type="http://schemas.openxmlformats.org/officeDocument/2006/relationships/image" Target="../media/image141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7" Type="http://schemas.openxmlformats.org/officeDocument/2006/relationships/image" Target="../media/image144.png"/><Relationship Id="rId2" Type="http://schemas.openxmlformats.org/officeDocument/2006/relationships/customXml" Target="../ink/ink1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1.xml"/><Relationship Id="rId5" Type="http://schemas.openxmlformats.org/officeDocument/2006/relationships/image" Target="../media/image143.png"/><Relationship Id="rId4" Type="http://schemas.openxmlformats.org/officeDocument/2006/relationships/customXml" Target="../ink/ink12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42414E-4661-4E9F-A36E-93BA1FFAA5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データ分析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B48B92A-7B16-49D9-8E73-25DDB48B20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令和</a:t>
            </a:r>
            <a:r>
              <a:rPr kumimoji="1" lang="en-US" altLang="ja-JP" dirty="0"/>
              <a:t>8</a:t>
            </a:r>
            <a:r>
              <a:rPr kumimoji="1" lang="ja-JP" altLang="en-US" dirty="0"/>
              <a:t>年度 共通テスト本試験 </a:t>
            </a:r>
            <a:endParaRPr kumimoji="1" lang="en-US" altLang="ja-JP" dirty="0"/>
          </a:p>
          <a:p>
            <a:r>
              <a:rPr lang="ja-JP" altLang="en-US" dirty="0"/>
              <a:t>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lang="en-US" altLang="ja-JP" dirty="0"/>
          </a:p>
          <a:p>
            <a:r>
              <a:rPr lang="en-US" altLang="ja-JP" dirty="0"/>
              <a:t>Python</a:t>
            </a:r>
            <a:r>
              <a:rPr lang="ja-JP" altLang="en-US" dirty="0"/>
              <a:t>でデータ分析する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71AF603-1E22-495C-96C1-71496C002E30}"/>
              </a:ext>
            </a:extLst>
          </p:cNvPr>
          <p:cNvSpPr/>
          <p:nvPr/>
        </p:nvSpPr>
        <p:spPr>
          <a:xfrm>
            <a:off x="3941379" y="3509963"/>
            <a:ext cx="4498428" cy="946423"/>
          </a:xfrm>
          <a:prstGeom prst="rect">
            <a:avLst/>
          </a:prstGeom>
          <a:blipFill dpi="0" rotWithShape="1">
            <a:blip r:embed="rId2">
              <a:alphaModFix amt="76000"/>
            </a:blip>
            <a:srcRect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551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042BF6-E393-45B6-9122-76E3D0AD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覚えてほしい技術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60CCB23-1755-4350-8E61-160583167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Python</a:t>
            </a:r>
            <a:r>
              <a:rPr kumimoji="1" lang="ja-JP" altLang="en-US" dirty="0"/>
              <a:t>：プログラミングの概念を学ぶ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kumimoji="1" lang="ja-JP" altLang="en-US" dirty="0"/>
              <a:t>データ分析，高校数学，豊富なライブラリ集</a:t>
            </a:r>
            <a:endParaRPr kumimoji="1" lang="en-US" altLang="ja-JP" dirty="0"/>
          </a:p>
          <a:p>
            <a:r>
              <a:rPr lang="en-US" altLang="ja-JP" dirty="0"/>
              <a:t>Google</a:t>
            </a:r>
            <a:r>
              <a:rPr lang="ja-JP" altLang="en-US" dirty="0"/>
              <a:t> </a:t>
            </a:r>
            <a:r>
              <a:rPr lang="en-US" altLang="ja-JP" dirty="0" err="1"/>
              <a:t>Colab</a:t>
            </a:r>
            <a:r>
              <a:rPr lang="ja-JP" altLang="en-US" dirty="0"/>
              <a:t>：プログラム作成，機能充実，高速な処理能力，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</a:t>
            </a:r>
            <a:r>
              <a:rPr lang="ja-JP" altLang="en-US" dirty="0"/>
              <a:t>使用できる資源に制限あり，機械学習，</a:t>
            </a:r>
            <a:endParaRPr lang="en-US" altLang="ja-JP" dirty="0"/>
          </a:p>
          <a:p>
            <a:r>
              <a:rPr lang="en-US" altLang="ja-JP" dirty="0"/>
              <a:t>GitHub</a:t>
            </a:r>
            <a:r>
              <a:rPr lang="ja-JP" altLang="en-US" dirty="0"/>
              <a:t>：プログラムやドキュメントのバージョン管理ツール</a:t>
            </a: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		</a:t>
            </a:r>
            <a:r>
              <a:rPr kumimoji="1" lang="ja-JP" altLang="en-US" dirty="0"/>
              <a:t>レポジトリ</a:t>
            </a:r>
            <a:r>
              <a:rPr kumimoji="1" lang="en-US" altLang="ja-JP" dirty="0"/>
              <a:t>(</a:t>
            </a:r>
            <a:r>
              <a:rPr kumimoji="1" lang="ja-JP" altLang="en-US" dirty="0"/>
              <a:t>貯蔵庫</a:t>
            </a:r>
            <a:r>
              <a:rPr kumimoji="1" lang="en-US" altLang="ja-JP" dirty="0"/>
              <a:t>)</a:t>
            </a:r>
            <a:r>
              <a:rPr kumimoji="1" lang="ja-JP" altLang="en-US" dirty="0" err="1"/>
              <a:t>，</a:t>
            </a:r>
            <a:r>
              <a:rPr kumimoji="1" lang="ja-JP" altLang="en-US" dirty="0"/>
              <a:t>共同作業，クラスルーム管理</a:t>
            </a: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25183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1916E1-FA61-419F-AA7C-8ED3BA87E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作業手順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2F09BB8-597B-4DE5-B0A7-92D8F3FA0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856" y="3307782"/>
            <a:ext cx="1691346" cy="101480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pic>
      <p:pic>
        <p:nvPicPr>
          <p:cNvPr id="1026" name="Picture 2" descr="https://upload.wikimedia.org/wikipedia/commons/thumb/e/ee/Google_2026_logo.svg/250px-Google_2026_logo.svg.png?utm_source=ja.wikipedia.org&amp;utm_campaign=parser&amp;utm_content=thumbnail">
            <a:extLst>
              <a:ext uri="{FF2B5EF4-FFF2-40B4-BE49-F238E27FC236}">
                <a16:creationId xmlns:a16="http://schemas.microsoft.com/office/drawing/2014/main" id="{B5F5BB8C-AF06-4502-82A0-D5F806AED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432" y="2199541"/>
            <a:ext cx="2098477" cy="63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E99BE97A-00CC-4DEA-B676-9BC5E36BC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796" y="2041081"/>
            <a:ext cx="1733792" cy="142894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88E736-E450-451A-8D0E-D8EF2E4B610C}"/>
              </a:ext>
            </a:extLst>
          </p:cNvPr>
          <p:cNvSpPr txBox="1"/>
          <p:nvPr/>
        </p:nvSpPr>
        <p:spPr>
          <a:xfrm>
            <a:off x="1055382" y="5570973"/>
            <a:ext cx="1640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リポジトリ</a:t>
            </a:r>
            <a:endParaRPr kumimoji="1" lang="en-US" altLang="ja-JP" dirty="0"/>
          </a:p>
          <a:p>
            <a:r>
              <a:rPr lang="en-US" altLang="ja-JP" dirty="0"/>
              <a:t>(</a:t>
            </a:r>
            <a:r>
              <a:rPr lang="ja-JP" altLang="en-US" dirty="0"/>
              <a:t>貯蔵庫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フローチャート: 磁気ディスク 6">
            <a:extLst>
              <a:ext uri="{FF2B5EF4-FFF2-40B4-BE49-F238E27FC236}">
                <a16:creationId xmlns:a16="http://schemas.microsoft.com/office/drawing/2014/main" id="{26AF2E4C-5689-4E32-84CA-7A1FD6955285}"/>
              </a:ext>
            </a:extLst>
          </p:cNvPr>
          <p:cNvSpPr/>
          <p:nvPr/>
        </p:nvSpPr>
        <p:spPr>
          <a:xfrm>
            <a:off x="1190197" y="4147419"/>
            <a:ext cx="1277815" cy="1336431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BB5107A-C2DD-4665-920B-EEC47086F470}"/>
              </a:ext>
            </a:extLst>
          </p:cNvPr>
          <p:cNvSpPr txBox="1"/>
          <p:nvPr/>
        </p:nvSpPr>
        <p:spPr>
          <a:xfrm>
            <a:off x="4335540" y="3123116"/>
            <a:ext cx="1841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Google </a:t>
            </a:r>
            <a:r>
              <a:rPr kumimoji="1" lang="en-US" altLang="ja-JP" dirty="0" err="1">
                <a:latin typeface="Consolas" panose="020B0609020204030204" pitchFamily="49" charset="0"/>
              </a:rPr>
              <a:t>Colab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175E022-34F1-47E9-92F7-1E483444C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9019" y="4335496"/>
            <a:ext cx="1176828" cy="886377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B5A1559-E98D-48D7-96E1-FF0944838581}"/>
              </a:ext>
            </a:extLst>
          </p:cNvPr>
          <p:cNvSpPr txBox="1"/>
          <p:nvPr/>
        </p:nvSpPr>
        <p:spPr>
          <a:xfrm>
            <a:off x="8051755" y="3123116"/>
            <a:ext cx="1841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Python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66C4F6F-C6E5-4A0C-A738-6D68A6FDF6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925" y="4372445"/>
            <a:ext cx="886377" cy="886377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CEA7DFB9-4341-49CA-B89E-3729A26521DA}"/>
              </a:ext>
            </a:extLst>
          </p:cNvPr>
          <p:cNvCxnSpPr>
            <a:cxnSpLocks/>
          </p:cNvCxnSpPr>
          <p:nvPr/>
        </p:nvCxnSpPr>
        <p:spPr>
          <a:xfrm>
            <a:off x="2742588" y="4815634"/>
            <a:ext cx="126966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78508BF-CF3B-4790-A4D8-B63933C3F7A1}"/>
              </a:ext>
            </a:extLst>
          </p:cNvPr>
          <p:cNvSpPr txBox="1"/>
          <p:nvPr/>
        </p:nvSpPr>
        <p:spPr>
          <a:xfrm>
            <a:off x="2704783" y="5086095"/>
            <a:ext cx="1841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git clone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F9D8488-9862-46E3-92EA-014B28C27D93}"/>
              </a:ext>
            </a:extLst>
          </p:cNvPr>
          <p:cNvCxnSpPr>
            <a:stCxn id="8" idx="3"/>
          </p:cNvCxnSpPr>
          <p:nvPr/>
        </p:nvCxnSpPr>
        <p:spPr>
          <a:xfrm flipV="1">
            <a:off x="5425847" y="4778684"/>
            <a:ext cx="90107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E78C551-18EE-44AC-B587-946A6AB2A975}"/>
              </a:ext>
            </a:extLst>
          </p:cNvPr>
          <p:cNvCxnSpPr>
            <a:cxnSpLocks/>
          </p:cNvCxnSpPr>
          <p:nvPr/>
        </p:nvCxnSpPr>
        <p:spPr>
          <a:xfrm flipV="1">
            <a:off x="5768202" y="4765778"/>
            <a:ext cx="0" cy="8051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図 20">
            <a:extLst>
              <a:ext uri="{FF2B5EF4-FFF2-40B4-BE49-F238E27FC236}">
                <a16:creationId xmlns:a16="http://schemas.microsoft.com/office/drawing/2014/main" id="{C7A1F721-E4ED-455F-A982-00AE3C2F4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6925" y="5221873"/>
            <a:ext cx="886377" cy="886377"/>
          </a:xfrm>
          <a:prstGeom prst="rect">
            <a:avLst/>
          </a:prstGeom>
        </p:spPr>
      </p:pic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BC66AD2-1310-4D85-A938-6592FE6F10AC}"/>
              </a:ext>
            </a:extLst>
          </p:cNvPr>
          <p:cNvCxnSpPr>
            <a:cxnSpLocks/>
          </p:cNvCxnSpPr>
          <p:nvPr/>
        </p:nvCxnSpPr>
        <p:spPr>
          <a:xfrm flipH="1">
            <a:off x="5768202" y="5570973"/>
            <a:ext cx="55872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3C0E03F-0BDA-4A5A-B46B-ED16CE6AE4E7}"/>
              </a:ext>
            </a:extLst>
          </p:cNvPr>
          <p:cNvSpPr txBox="1"/>
          <p:nvPr/>
        </p:nvSpPr>
        <p:spPr>
          <a:xfrm>
            <a:off x="4206428" y="5295729"/>
            <a:ext cx="1841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SSH2026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AC9E470-3B00-437F-8F76-EEFA730F9E3C}"/>
              </a:ext>
            </a:extLst>
          </p:cNvPr>
          <p:cNvSpPr txBox="1"/>
          <p:nvPr/>
        </p:nvSpPr>
        <p:spPr>
          <a:xfrm>
            <a:off x="7206854" y="4427827"/>
            <a:ext cx="219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</a:rPr>
              <a:t>ノートブック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en-US" altLang="ja-JP" dirty="0">
                <a:latin typeface="Consolas" panose="020B0609020204030204" pitchFamily="49" charset="0"/>
              </a:rPr>
              <a:t>SSH2026_AM.ipynb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DBE7974-6F19-4D2E-9DFF-BBA61FADCCC7}"/>
              </a:ext>
            </a:extLst>
          </p:cNvPr>
          <p:cNvSpPr txBox="1"/>
          <p:nvPr/>
        </p:nvSpPr>
        <p:spPr>
          <a:xfrm>
            <a:off x="7213302" y="5295729"/>
            <a:ext cx="21922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</a:rPr>
              <a:t>ノートブック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en-US" altLang="ja-JP" dirty="0">
                <a:latin typeface="Consolas" panose="020B0609020204030204" pitchFamily="49" charset="0"/>
              </a:rPr>
              <a:t>SSH2026_PM.ipynb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7FF79B3-E6D8-4B77-B3CA-362682247B5C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6153071" y="3307782"/>
            <a:ext cx="1898684" cy="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図 28">
            <a:extLst>
              <a:ext uri="{FF2B5EF4-FFF2-40B4-BE49-F238E27FC236}">
                <a16:creationId xmlns:a16="http://schemas.microsoft.com/office/drawing/2014/main" id="{317EE52D-5954-453B-9A5A-278A41BC92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1755" y="1790318"/>
            <a:ext cx="1762371" cy="1305107"/>
          </a:xfrm>
          <a:prstGeom prst="rect">
            <a:avLst/>
          </a:prstGeom>
        </p:spPr>
      </p:pic>
      <p:pic>
        <p:nvPicPr>
          <p:cNvPr id="31" name="図 30">
            <a:extLst>
              <a:ext uri="{FF2B5EF4-FFF2-40B4-BE49-F238E27FC236}">
                <a16:creationId xmlns:a16="http://schemas.microsoft.com/office/drawing/2014/main" id="{9A1ADF4A-5B53-4CA4-B8D2-4F28FAA6FF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468012" y="1862223"/>
            <a:ext cx="1499115" cy="1002533"/>
          </a:xfrm>
          <a:prstGeom prst="rect">
            <a:avLst/>
          </a:prstGeom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E71B26B-B81A-4BB5-A8D5-5C6B9D424B6D}"/>
              </a:ext>
            </a:extLst>
          </p:cNvPr>
          <p:cNvSpPr txBox="1"/>
          <p:nvPr/>
        </p:nvSpPr>
        <p:spPr>
          <a:xfrm>
            <a:off x="9814126" y="1847042"/>
            <a:ext cx="1841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</a:rPr>
              <a:t>プログラミング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kumimoji="1" lang="ja-JP" altLang="en-US" dirty="0">
                <a:latin typeface="Consolas" panose="020B0609020204030204" pitchFamily="49" charset="0"/>
              </a:rPr>
              <a:t>データ分析</a:t>
            </a:r>
            <a:endParaRPr kumimoji="1" lang="en-US" altLang="ja-JP" dirty="0">
              <a:latin typeface="Consolas" panose="020B0609020204030204" pitchFamily="49" charset="0"/>
            </a:endParaRPr>
          </a:p>
          <a:p>
            <a:r>
              <a:rPr lang="ja-JP" altLang="en-US" dirty="0">
                <a:latin typeface="Consolas" panose="020B0609020204030204" pitchFamily="49" charset="0"/>
              </a:rPr>
              <a:t>グラフ描画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3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9AADA3-A892-8E8B-2E2B-0AF4DD647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kumimoji="1" lang="en-US" altLang="ja-JP" sz="2400" b="1" i="0" u="none" strike="noStrike" kern="1200" dirty="0">
                <a:effectLst/>
                <a:latin typeface="游ゴシック" panose="020B0400000000000000" pitchFamily="50" charset="-128"/>
              </a:rPr>
              <a:t>10:30</a:t>
            </a:r>
            <a:r>
              <a:rPr kumimoji="1" lang="ja-JP" altLang="ja-JP" sz="2400" b="1" i="0" u="none" strike="noStrike" kern="1200" dirty="0">
                <a:effectLst/>
                <a:latin typeface="游ゴシック" panose="020B0400000000000000" pitchFamily="50" charset="-128"/>
              </a:rPr>
              <a:t>～</a:t>
            </a:r>
            <a:r>
              <a:rPr kumimoji="1" lang="en-US" altLang="ja-JP" sz="2400" b="1" i="0" u="none" strike="noStrike" kern="1200" dirty="0">
                <a:effectLst/>
                <a:latin typeface="游ゴシック" panose="020B0400000000000000" pitchFamily="50" charset="-128"/>
              </a:rPr>
              <a:t>10:50</a:t>
            </a:r>
            <a:br>
              <a:rPr kumimoji="1" lang="en-US" altLang="ja-JP" sz="2400" b="1" i="0" u="none" strike="noStrike" kern="1200" dirty="0">
                <a:effectLst/>
                <a:latin typeface="游ゴシック" panose="020B0400000000000000" pitchFamily="50" charset="-128"/>
              </a:rPr>
            </a:br>
            <a:br>
              <a:rPr lang="ja-JP" altLang="ja-JP" sz="4800" b="0" i="0" u="none" strike="noStrike" dirty="0">
                <a:effectLst/>
                <a:latin typeface="Arial" panose="020B0604020202020204" pitchFamily="34" charset="0"/>
              </a:rPr>
            </a:br>
            <a:r>
              <a:rPr lang="en-US" altLang="ja-JP" sz="4800" b="1" i="0" u="none" strike="noStrike" dirty="0">
                <a:effectLst/>
                <a:latin typeface="Arial" panose="020B0604020202020204" pitchFamily="34" charset="0"/>
              </a:rPr>
              <a:t>1.</a:t>
            </a:r>
            <a:r>
              <a:rPr lang="ja-JP" altLang="en-US" sz="4800" b="1" i="0" u="none" strike="noStrike" dirty="0">
                <a:effectLst/>
                <a:latin typeface="Arial" panose="020B0604020202020204" pitchFamily="34" charset="0"/>
              </a:rPr>
              <a:t>　</a:t>
            </a:r>
            <a:r>
              <a:rPr kumimoji="1" lang="en-US" altLang="ja-JP" sz="4800" b="1" i="0" u="none" strike="noStrike" kern="12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PC</a:t>
            </a:r>
            <a:r>
              <a:rPr kumimoji="1" lang="ja-JP" altLang="ja-JP" sz="4800" b="1" i="0" u="none" strike="noStrike" kern="1200" dirty="0">
                <a:effectLst/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準備</a:t>
            </a:r>
            <a:br>
              <a:rPr kumimoji="1" lang="en-US" altLang="ja-JP" sz="5400" b="1" i="0" u="none" strike="noStrike" kern="1200" dirty="0">
                <a:effectLst/>
                <a:latin typeface="游ゴシック" panose="020B0400000000000000" pitchFamily="50" charset="-128"/>
              </a:rPr>
            </a:b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36069-5299-344C-650E-E74318E8A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2400" b="1" i="0" u="none" strike="noStrike" kern="1200" dirty="0">
                <a:effectLst/>
                <a:latin typeface="游ゴシック" panose="020B0400000000000000" pitchFamily="50" charset="-128"/>
              </a:rPr>
              <a:t>PC</a:t>
            </a:r>
            <a:r>
              <a:rPr kumimoji="1" lang="ja-JP" altLang="ja-JP" sz="2400" b="1" i="0" u="none" strike="noStrike" kern="1200" dirty="0">
                <a:effectLst/>
                <a:latin typeface="游ゴシック" panose="020B0400000000000000" pitchFamily="50" charset="-128"/>
              </a:rPr>
              <a:t>ログイン，</a:t>
            </a:r>
            <a:r>
              <a:rPr kumimoji="1" lang="en-US" altLang="ja-JP" sz="2400" b="1" i="0" u="none" strike="noStrike" kern="1200" dirty="0">
                <a:effectLst/>
                <a:latin typeface="游ゴシック" panose="020B0400000000000000" pitchFamily="50" charset="-128"/>
              </a:rPr>
              <a:t>Google</a:t>
            </a:r>
            <a:r>
              <a:rPr kumimoji="1" lang="ja-JP" altLang="en-US" sz="2400" b="1" i="0" u="none" strike="noStrike" kern="1200" dirty="0">
                <a:effectLst/>
                <a:latin typeface="游ゴシック" panose="020B0400000000000000" pitchFamily="50" charset="-128"/>
              </a:rPr>
              <a:t> </a:t>
            </a:r>
            <a:r>
              <a:rPr kumimoji="1" lang="en-US" altLang="ja-JP" sz="2400" b="1" i="0" u="none" strike="noStrike" kern="1200" dirty="0" err="1">
                <a:effectLst/>
                <a:latin typeface="游ゴシック" panose="020B0400000000000000" pitchFamily="50" charset="-128"/>
              </a:rPr>
              <a:t>Colab</a:t>
            </a:r>
            <a:r>
              <a:rPr kumimoji="1" lang="ja-JP" altLang="en-US" sz="2400" b="1" i="0" u="none" strike="noStrike" kern="1200" dirty="0">
                <a:effectLst/>
                <a:latin typeface="游ゴシック" panose="020B0400000000000000" pitchFamily="50" charset="-128"/>
              </a:rPr>
              <a:t> ログイン</a:t>
            </a:r>
            <a:endParaRPr lang="en-US" altLang="ja-JP" b="1" dirty="0">
              <a:latin typeface="游ゴシック" panose="020B0400000000000000" pitchFamily="50" charset="-128"/>
            </a:endParaRPr>
          </a:p>
          <a:p>
            <a:r>
              <a:rPr lang="ja-JP" altLang="en-US" b="1" dirty="0">
                <a:latin typeface="游ゴシック" panose="020B0400000000000000" pitchFamily="50" charset="-128"/>
              </a:rPr>
              <a:t>ファイルやデータのアップロード</a:t>
            </a:r>
            <a:endParaRPr lang="en-US" altLang="ja-JP" b="1" dirty="0">
              <a:latin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001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0FDF68-5290-4EBB-8D70-DE178BA75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Google</a:t>
            </a:r>
            <a:r>
              <a:rPr kumimoji="1" lang="ja-JP" altLang="en-US" dirty="0"/>
              <a:t> </a:t>
            </a:r>
            <a:r>
              <a:rPr kumimoji="1" lang="en-US" altLang="ja-JP" dirty="0" err="1"/>
              <a:t>Colab</a:t>
            </a:r>
            <a:r>
              <a:rPr kumimoji="1" lang="ja-JP" altLang="en-US" dirty="0"/>
              <a:t>の準備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5A157FC-D237-4D7F-9AFF-ED43E7073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u="sng" dirty="0"/>
              <a:t>Google </a:t>
            </a:r>
            <a:r>
              <a:rPr lang="en-US" altLang="ja-JP" u="sng" dirty="0" err="1"/>
              <a:t>Colab</a:t>
            </a:r>
            <a:r>
              <a:rPr lang="en-US" altLang="ja-JP" u="sng" dirty="0"/>
              <a:t> </a:t>
            </a:r>
            <a:r>
              <a:rPr lang="ja-JP" altLang="ja-JP" u="sng" dirty="0"/>
              <a:t>利用準備</a:t>
            </a:r>
            <a:r>
              <a:rPr lang="ja-JP" altLang="ja-JP" dirty="0"/>
              <a:t>（</a:t>
            </a:r>
            <a:r>
              <a:rPr lang="en-US" altLang="ja-JP" dirty="0"/>
              <a:t>5</a:t>
            </a:r>
            <a:r>
              <a:rPr lang="ja-JP" altLang="ja-JP" dirty="0"/>
              <a:t>分）</a:t>
            </a:r>
          </a:p>
          <a:p>
            <a:pPr lvl="1"/>
            <a:r>
              <a:rPr lang="en-US" altLang="ja-JP" dirty="0"/>
              <a:t>Google</a:t>
            </a:r>
            <a:r>
              <a:rPr lang="ja-JP" altLang="ja-JP" dirty="0"/>
              <a:t>アカウントを作成</a:t>
            </a:r>
            <a:r>
              <a:rPr lang="en-US" altLang="ja-JP" dirty="0"/>
              <a:t>(</a:t>
            </a:r>
            <a:r>
              <a:rPr lang="ja-JP" altLang="en-US" dirty="0"/>
              <a:t>所持してない人</a:t>
            </a:r>
            <a:r>
              <a:rPr lang="en-US" altLang="ja-JP" dirty="0"/>
              <a:t>)</a:t>
            </a:r>
          </a:p>
          <a:p>
            <a:pPr marL="457200" lvl="1" indent="0">
              <a:buNone/>
            </a:pPr>
            <a:r>
              <a:rPr lang="en-US" altLang="ja-JP" dirty="0"/>
              <a:t>		https://accounts.google.com/signup</a:t>
            </a:r>
          </a:p>
          <a:p>
            <a:pPr lvl="1"/>
            <a:r>
              <a:rPr lang="en-US" altLang="ja-JP" dirty="0"/>
              <a:t>Google </a:t>
            </a:r>
            <a:r>
              <a:rPr lang="en-US" altLang="ja-JP" dirty="0" err="1"/>
              <a:t>Colab</a:t>
            </a:r>
            <a:r>
              <a:rPr lang="en-US" altLang="ja-JP" dirty="0"/>
              <a:t> </a:t>
            </a:r>
            <a:r>
              <a:rPr lang="ja-JP" altLang="ja-JP" dirty="0"/>
              <a:t>にアクセス</a:t>
            </a:r>
            <a:endParaRPr lang="en-US" altLang="ja-JP" dirty="0"/>
          </a:p>
          <a:p>
            <a:pPr marL="457200" lvl="1" indent="0">
              <a:buNone/>
            </a:pPr>
            <a:r>
              <a:rPr lang="en-US" altLang="ja-JP" dirty="0"/>
              <a:t>		</a:t>
            </a:r>
            <a:r>
              <a:rPr lang="en-US" altLang="ja-JP" dirty="0">
                <a:hlinkClick r:id="rId2"/>
              </a:rPr>
              <a:t>https://colab.research.google.com/</a:t>
            </a:r>
            <a:endParaRPr lang="en-US" altLang="ja-JP" dirty="0"/>
          </a:p>
          <a:p>
            <a:pPr lvl="1"/>
            <a:r>
              <a:rPr lang="en-US" altLang="ja-JP" dirty="0"/>
              <a:t>Google</a:t>
            </a:r>
            <a:r>
              <a:rPr lang="ja-JP" altLang="ja-JP" dirty="0"/>
              <a:t>アカウントでログイン</a:t>
            </a:r>
            <a:endParaRPr lang="en-US" altLang="ja-JP" dirty="0"/>
          </a:p>
          <a:p>
            <a:pPr lvl="1"/>
            <a:r>
              <a:rPr lang="ja-JP" altLang="ja-JP" dirty="0"/>
              <a:t>新しいノートブックを作成</a:t>
            </a:r>
            <a:endParaRPr lang="en-US" altLang="ja-JP" dirty="0"/>
          </a:p>
          <a:p>
            <a:pPr lvl="1"/>
            <a:r>
              <a:rPr lang="ja-JP" altLang="ja-JP" dirty="0"/>
              <a:t>動作確認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60514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3D5EB-522E-49A7-940D-59CDE0A9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  <a:r>
              <a:rPr lang="ja-JP" altLang="en-US" dirty="0"/>
              <a:t>：</a:t>
            </a:r>
            <a:r>
              <a:rPr lang="en-US" altLang="ja-JP" dirty="0"/>
              <a:t>Git</a:t>
            </a:r>
            <a:r>
              <a:rPr lang="ja-JP" altLang="en-US" dirty="0"/>
              <a:t> → </a:t>
            </a:r>
            <a:r>
              <a:rPr lang="en-US" altLang="ja-JP" dirty="0" err="1"/>
              <a:t>Colab</a:t>
            </a:r>
            <a:r>
              <a:rPr lang="ja-JP" altLang="en-US" dirty="0"/>
              <a:t>へ</a:t>
            </a:r>
            <a:r>
              <a:rPr lang="en-US" altLang="ja-JP" dirty="0"/>
              <a:t>DOWNLOAD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BE185D-E7B5-4AC6-8E6B-82BD5FB5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ブラウザで次の</a:t>
            </a:r>
            <a:r>
              <a:rPr kumimoji="1" lang="en-US" altLang="ja-JP" dirty="0"/>
              <a:t>GitHub</a:t>
            </a:r>
            <a:r>
              <a:rPr kumimoji="1" lang="ja-JP" altLang="en-US" dirty="0"/>
              <a:t>リポジトリへアクセス</a:t>
            </a: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en-US" altLang="ja-JP" dirty="0">
                <a:hlinkClick r:id="rId2"/>
              </a:rPr>
              <a:t>https://github.com/KL-GH0001/SSH2026</a:t>
            </a:r>
            <a:endParaRPr lang="en-US" altLang="ja-JP" dirty="0"/>
          </a:p>
          <a:p>
            <a:r>
              <a:rPr lang="en-US" altLang="ja-JP" dirty="0"/>
              <a:t>GitHub</a:t>
            </a:r>
            <a:r>
              <a:rPr lang="ja-JP" altLang="en-US" dirty="0"/>
              <a:t>から教材フォルダ一式を</a:t>
            </a:r>
            <a:r>
              <a:rPr lang="en-US" altLang="ja-JP" dirty="0"/>
              <a:t>/content</a:t>
            </a:r>
            <a:r>
              <a:rPr lang="ja-JP" altLang="en-US" dirty="0"/>
              <a:t>の下へコピー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!git clone </a:t>
            </a:r>
            <a:r>
              <a:rPr lang="en-US" altLang="ja-JP" dirty="0">
                <a:hlinkClick r:id="rId3"/>
              </a:rPr>
              <a:t>https://github.com/</a:t>
            </a:r>
            <a:r>
              <a:rPr lang="en-US" altLang="ja-JP" dirty="0">
                <a:hlinkClick r:id="rId2"/>
              </a:rPr>
              <a:t> KL-GH0001/SSH2026</a:t>
            </a:r>
            <a:r>
              <a:rPr lang="en-US" altLang="ja-JP" dirty="0">
                <a:hlinkClick r:id="rId3"/>
              </a:rPr>
              <a:t>.git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/>
              <a:t>　　　　　ボタンを押して，「</a:t>
            </a:r>
            <a:r>
              <a:rPr lang="en-US" altLang="ja-JP" dirty="0"/>
              <a:t>DOWNLOAD</a:t>
            </a:r>
            <a:r>
              <a:rPr lang="ja-JP" altLang="en-US" dirty="0"/>
              <a:t> </a:t>
            </a:r>
            <a:r>
              <a:rPr lang="en-US" altLang="ja-JP" dirty="0"/>
              <a:t>ZIP</a:t>
            </a:r>
            <a:r>
              <a:rPr lang="ja-JP" altLang="en-US" dirty="0"/>
              <a:t> 」を選んで，ローカル</a:t>
            </a:r>
            <a:r>
              <a:rPr lang="en-US" altLang="ja-JP" dirty="0"/>
              <a:t>PC</a:t>
            </a:r>
            <a:r>
              <a:rPr lang="ja-JP" altLang="en-US" dirty="0"/>
              <a:t>のダウンロードフォルダへダウンロード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9F6678-8D63-4709-9B85-8558A2C80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795" y="4669902"/>
            <a:ext cx="1751258" cy="675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587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83D5EB-522E-49A7-940D-59CDE0A9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　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実験データ</a:t>
            </a:r>
            <a:r>
              <a:rPr lang="ja-JP" altLang="en-US" dirty="0"/>
              <a:t>： </a:t>
            </a:r>
            <a:r>
              <a:rPr lang="en-US" altLang="ja-JP" dirty="0"/>
              <a:t>PC</a:t>
            </a:r>
            <a:r>
              <a:rPr lang="ja-JP" altLang="en-US" dirty="0"/>
              <a:t> → </a:t>
            </a:r>
            <a:r>
              <a:rPr lang="en-US" altLang="ja-JP" dirty="0" err="1"/>
              <a:t>Colab</a:t>
            </a:r>
            <a:r>
              <a:rPr lang="ja-JP" altLang="en-US" dirty="0"/>
              <a:t> へ</a:t>
            </a:r>
            <a:r>
              <a:rPr lang="en-US" altLang="ja-JP" dirty="0"/>
              <a:t>UPLOAD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BE185D-E7B5-4AC6-8E6B-82BD5FB5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ja-JP" dirty="0"/>
          </a:p>
          <a:p>
            <a:endParaRPr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27F3B05-D13F-4479-95C9-7A184FA2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32" y="2668147"/>
            <a:ext cx="7370064" cy="182906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AC4F8C-2117-4DE0-A612-7909D1211D76}"/>
              </a:ext>
            </a:extLst>
          </p:cNvPr>
          <p:cNvSpPr txBox="1"/>
          <p:nvPr/>
        </p:nvSpPr>
        <p:spPr>
          <a:xfrm>
            <a:off x="1152939" y="1825625"/>
            <a:ext cx="96740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① </a:t>
            </a:r>
            <a:r>
              <a:rPr kumimoji="1" lang="en-US" altLang="ja-JP" sz="2400" dirty="0"/>
              <a:t>Google</a:t>
            </a:r>
            <a:r>
              <a:rPr kumimoji="1" lang="ja-JP" altLang="en-US" sz="2400" dirty="0"/>
              <a:t> </a:t>
            </a:r>
            <a:r>
              <a:rPr kumimoji="1" lang="en-US" altLang="ja-JP" sz="2400" dirty="0" err="1"/>
              <a:t>Colab</a:t>
            </a:r>
            <a:r>
              <a:rPr kumimoji="1" lang="ja-JP" altLang="en-US" sz="2400" dirty="0"/>
              <a:t>のノートブックのセルに以下のプログラム打ち込む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AA6336-B36D-4473-B0CE-8B3256AB1D64}"/>
              </a:ext>
            </a:extLst>
          </p:cNvPr>
          <p:cNvSpPr txBox="1"/>
          <p:nvPr/>
        </p:nvSpPr>
        <p:spPr>
          <a:xfrm>
            <a:off x="1325217" y="4632152"/>
            <a:ext cx="95018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/>
              <a:t>② 直下に                 あるボタンを押して，フォルダをアップロードする</a:t>
            </a:r>
            <a:endParaRPr kumimoji="1" lang="ja-JP" altLang="en-US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10A1E06-CFB6-42D4-A073-C559EA6352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8" t="13619"/>
          <a:stretch/>
        </p:blipFill>
        <p:spPr>
          <a:xfrm>
            <a:off x="2690722" y="4681373"/>
            <a:ext cx="1431022" cy="41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079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79"/>
            <a:ext cx="8321040" cy="1005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3776A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概要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8688" y="1188697"/>
            <a:ext cx="11014419" cy="62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読みやすく、AI・データ分析・Web開発で広く利用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8170" y="2080247"/>
            <a:ext cx="3410240" cy="310896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1923" y="2080247"/>
            <a:ext cx="2286000" cy="5029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基本情報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7642" y="2491727"/>
            <a:ext cx="3647049" cy="256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開発者: Guido van Rossum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公開: 1991年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運営: Python Software Foundation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主な処理系: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Cpython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PyPy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31969" y="2080247"/>
            <a:ext cx="3528062" cy="3108960"/>
          </a:xfrm>
          <a:prstGeom prst="roundRect">
            <a:avLst/>
          </a:prstGeom>
          <a:solidFill>
            <a:srgbClr val="EEF9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72473" y="2209201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特徴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56822" y="2800631"/>
            <a:ext cx="3403209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シンプルな文法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豊富なライブラリ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クロスプラットフォーム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初学者にも学びやすい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066064" y="2080247"/>
            <a:ext cx="3403210" cy="3108960"/>
          </a:xfrm>
          <a:prstGeom prst="roundRect">
            <a:avLst/>
          </a:prstGeom>
          <a:solidFill>
            <a:srgbClr val="FFF4D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33237" y="2308849"/>
            <a:ext cx="2286000" cy="411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活用分野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078957" y="2720329"/>
            <a:ext cx="30186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AI・機械学習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データ分析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Web開発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自動化・業務改善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5047" y="5471732"/>
            <a:ext cx="10532602" cy="10949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・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F1F1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CPythonはPythonの標準実装で、現在最も広く利用されている処理系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F1F1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ja-JP" altLang="en-US" sz="2400" b="1" dirty="0">
                <a:solidFill>
                  <a:srgbClr val="1F1F1F"/>
                </a:solidFill>
                <a:latin typeface="Calibri" panose="020F0502020204030204"/>
              </a:rPr>
              <a:t>・高校の情報１で学ぶプログラミング言語は </a:t>
            </a:r>
            <a:endParaRPr kumimoji="0" lang="en-US" altLang="ja-JP" sz="2400" b="1" dirty="0">
              <a:solidFill>
                <a:srgbClr val="1F1F1F"/>
              </a:solidFill>
              <a:latin typeface="Calibri" panose="020F0502020204030204"/>
            </a:endParaRPr>
          </a:p>
          <a:p>
            <a:pPr lvl="0"/>
            <a:r>
              <a:rPr kumimoji="0" lang="en-US" altLang="ja-JP" sz="2400" b="1" dirty="0">
                <a:solidFill>
                  <a:srgbClr val="1F1F1F"/>
                </a:solidFill>
              </a:rPr>
              <a:t>	Python 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約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50%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＞ 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JavaScript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約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20% 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＞ 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VBA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約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20% 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＞ 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Scratch</a:t>
            </a:r>
            <a:r>
              <a:rPr kumimoji="0" lang="ja-JP" altLang="en-US" sz="2400" b="1" dirty="0">
                <a:solidFill>
                  <a:srgbClr val="1F1F1F"/>
                </a:solidFill>
              </a:rPr>
              <a:t>約</a:t>
            </a:r>
            <a:r>
              <a:rPr kumimoji="0" lang="en-US" altLang="ja-JP" sz="2400" b="1" dirty="0">
                <a:solidFill>
                  <a:srgbClr val="1F1F1F"/>
                </a:solidFill>
              </a:rPr>
              <a:t>10%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D5AE1C3-7AF5-4058-9F00-D9D7CAF58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62" y="3939933"/>
            <a:ext cx="1374322" cy="1017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604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文字列と出力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 </a:t>
            </a:r>
            <a:r>
              <a:rPr lang="ja-JP" altLang="ja-JP" b="1" dirty="0"/>
              <a:t>引用符</a:t>
            </a:r>
            <a:r>
              <a:rPr lang="en-US" altLang="ja-JP" dirty="0"/>
              <a:t>(’</a:t>
            </a:r>
            <a:r>
              <a:rPr lang="ja-JP" altLang="ja-JP" dirty="0"/>
              <a:t>または</a:t>
            </a:r>
            <a:r>
              <a:rPr lang="en-US" altLang="ja-JP" dirty="0"/>
              <a:t>“)</a:t>
            </a:r>
            <a:r>
              <a:rPr lang="ja-JP" altLang="ja-JP" dirty="0"/>
              <a:t>で囲まれた記号列を</a:t>
            </a:r>
            <a:r>
              <a:rPr lang="ja-JP" altLang="ja-JP" b="1" dirty="0"/>
              <a:t>文字列</a:t>
            </a:r>
            <a:r>
              <a:rPr lang="en-US" altLang="ja-JP" dirty="0"/>
              <a:t>(string)</a:t>
            </a:r>
            <a:r>
              <a:rPr lang="ja-JP" altLang="ja-JP" dirty="0"/>
              <a:t>という．</a:t>
            </a:r>
            <a:r>
              <a:rPr lang="en-US" altLang="ja-JP" dirty="0"/>
              <a:t>print</a:t>
            </a:r>
            <a:r>
              <a:rPr lang="ja-JP" altLang="ja-JP" dirty="0"/>
              <a:t>はデータを</a:t>
            </a:r>
            <a:r>
              <a:rPr lang="ja-JP" altLang="ja-JP" b="1" dirty="0"/>
              <a:t>出力</a:t>
            </a:r>
            <a:r>
              <a:rPr lang="ja-JP" altLang="ja-JP" dirty="0"/>
              <a:t>する関数である．通常データのあとは改行する</a:t>
            </a:r>
            <a:r>
              <a:rPr lang="ja-JP" altLang="en-US" dirty="0"/>
              <a:t>．</a:t>
            </a:r>
            <a:r>
              <a:rPr lang="ja-JP" altLang="ja-JP" b="1" dirty="0"/>
              <a:t>実行ボタン ▷</a:t>
            </a:r>
            <a:r>
              <a:rPr lang="ja-JP" altLang="ja-JP" dirty="0"/>
              <a:t> を押すと，下部の出力窓に結果が表示される．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C1FEA7E-F275-4E25-8904-FF499FBC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90204"/>
            <a:ext cx="9120407" cy="19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1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604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四則演算</a:t>
            </a:r>
            <a:endParaRPr lang="ja-JP" altLang="ja-JP" dirty="0"/>
          </a:p>
          <a:p>
            <a:pPr marL="0" indent="0">
              <a:buNone/>
            </a:pPr>
            <a:r>
              <a:rPr lang="ja-JP" altLang="ja-JP" dirty="0"/>
              <a:t>　</a:t>
            </a:r>
            <a:r>
              <a:rPr lang="en-US" altLang="ja-JP" dirty="0"/>
              <a:t>*</a:t>
            </a:r>
            <a:r>
              <a:rPr lang="ja-JP" altLang="ja-JP" dirty="0"/>
              <a:t>はかけ算，</a:t>
            </a:r>
            <a:r>
              <a:rPr lang="en-US" altLang="ja-JP" dirty="0"/>
              <a:t>/</a:t>
            </a:r>
            <a:r>
              <a:rPr lang="ja-JP" altLang="ja-JP" dirty="0"/>
              <a:t>は結果が小数の割り算</a:t>
            </a:r>
            <a:r>
              <a:rPr lang="en-US" altLang="ja-JP" dirty="0"/>
              <a:t>, //</a:t>
            </a:r>
            <a:r>
              <a:rPr lang="ja-JP" altLang="ja-JP" dirty="0"/>
              <a:t>は結果が整数</a:t>
            </a:r>
            <a:r>
              <a:rPr lang="en-US" altLang="ja-JP" dirty="0"/>
              <a:t>(</a:t>
            </a:r>
            <a:r>
              <a:rPr lang="ja-JP" altLang="ja-JP" dirty="0"/>
              <a:t>小数点以下切り捨て</a:t>
            </a:r>
            <a:r>
              <a:rPr lang="en-US" altLang="ja-JP" dirty="0"/>
              <a:t>)</a:t>
            </a:r>
            <a:r>
              <a:rPr lang="ja-JP" altLang="ja-JP" dirty="0"/>
              <a:t>の割り算</a:t>
            </a:r>
            <a:r>
              <a:rPr lang="en-US" altLang="ja-JP" dirty="0"/>
              <a:t>, %</a:t>
            </a:r>
            <a:r>
              <a:rPr lang="ja-JP" altLang="ja-JP" dirty="0"/>
              <a:t>は剰余である． 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B221FF09-731E-4F61-9C24-D88EEA357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32" y="2569348"/>
            <a:ext cx="8926678" cy="289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27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4019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文字列演算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b="1" dirty="0"/>
              <a:t>+</a:t>
            </a:r>
            <a:r>
              <a:rPr lang="ja-JP" altLang="ja-JP" dirty="0"/>
              <a:t>は文字列に対しては</a:t>
            </a:r>
            <a:r>
              <a:rPr lang="en-US" altLang="ja-JP" dirty="0"/>
              <a:t>, </a:t>
            </a:r>
            <a:r>
              <a:rPr lang="ja-JP" altLang="ja-JP" dirty="0"/>
              <a:t>結合の働きをもつ．</a:t>
            </a:r>
            <a:r>
              <a:rPr lang="en-US" altLang="ja-JP" b="1" dirty="0"/>
              <a:t>*</a:t>
            </a:r>
            <a:r>
              <a:rPr lang="ja-JP" altLang="ja-JP" dirty="0"/>
              <a:t>は繰返した文字列を生成する．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9DEA468-D52C-4B66-B877-EFE3A4D28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99"/>
          <a:stretch/>
        </p:blipFill>
        <p:spPr>
          <a:xfrm>
            <a:off x="838200" y="3012830"/>
            <a:ext cx="9275440" cy="2649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643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604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べき乗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 </a:t>
            </a:r>
            <a:r>
              <a:rPr lang="en-US" altLang="ja-JP" b="1" dirty="0"/>
              <a:t>**</a:t>
            </a:r>
            <a:r>
              <a:rPr lang="ja-JP" altLang="ja-JP" dirty="0"/>
              <a:t>は，べき乗の演算である．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B1A5490-C8B4-4583-AEB9-57C77C71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63" y="2784648"/>
            <a:ext cx="8907290" cy="283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70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604"/>
            <a:ext cx="10515600" cy="2706596"/>
          </a:xfrm>
        </p:spPr>
        <p:txBody>
          <a:bodyPr>
            <a:normAutofit lnSpcReduction="1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ja-JP" altLang="ja-JP" sz="3600" b="1" u="sng" dirty="0">
                <a:latin typeface="ＭＳ Ｐゴシック" panose="020B0600070205080204" pitchFamily="50" charset="-128"/>
                <a:ea typeface="BIZ UDPゴシック" panose="020B0400000000000000" pitchFamily="50" charset="-128"/>
                <a:cs typeface="ＭＳ Ｐゴシック" panose="020B0600070205080204" pitchFamily="50" charset="-128"/>
              </a:rPr>
              <a:t>標準の数学ライブラリ</a:t>
            </a:r>
            <a:endParaRPr lang="ja-JP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ＭＳ Ｐゴシック" panose="020B0600070205080204" pitchFamily="50" charset="-128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ja-JP" altLang="ja-JP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明朝" panose="02020600040205080304" pitchFamily="18" charset="-128"/>
                <a:cs typeface="Courier New" panose="02070309020205020404" pitchFamily="49" charset="0"/>
              </a:rPr>
              <a:t>　ライブラリを使う際には，あらかじめ </a:t>
            </a:r>
            <a:r>
              <a:rPr lang="en-US" altLang="ja-JP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明朝" panose="02020600040205080304" pitchFamily="18" charset="-128"/>
                <a:cs typeface="Courier New" panose="02070309020205020404" pitchFamily="49" charset="0"/>
              </a:rPr>
              <a:t>import </a:t>
            </a:r>
            <a:r>
              <a:rPr lang="ja-JP" altLang="ja-JP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明朝" panose="02020600040205080304" pitchFamily="18" charset="-128"/>
                <a:cs typeface="Courier New" panose="02070309020205020404" pitchFamily="49" charset="0"/>
              </a:rPr>
              <a:t>指令を使ってライブラリを読込まなくてはならない．</a:t>
            </a:r>
            <a:endParaRPr lang="ja-JP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ＭＳ Ｐゴシック" panose="020B0600070205080204" pitchFamily="50" charset="-128"/>
            </a:endParaRPr>
          </a:p>
          <a:p>
            <a:pPr marL="0" indent="0">
              <a:spcAft>
                <a:spcPts val="0"/>
              </a:spcAft>
              <a:buNone/>
            </a:pP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  <a:ea typeface="ＭＳ Ｐゴシック" panose="020B0600070205080204" pitchFamily="50" charset="-128"/>
                <a:cs typeface="Courier New" panose="02070309020205020404" pitchFamily="49" charset="0"/>
              </a:rPr>
              <a:t>math</a:t>
            </a:r>
            <a:r>
              <a:rPr lang="ja-JP" altLang="ja-JP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明朝" panose="02020600040205080304" pitchFamily="18" charset="-128"/>
                <a:cs typeface="Courier New" panose="02070309020205020404" pitchFamily="49" charset="0"/>
              </a:rPr>
              <a:t>モジュールには，数学でよく使う定数である円周率，ならびに平方根，絶対値，三角関数</a:t>
            </a:r>
            <a:r>
              <a:rPr lang="en-US" altLang="ja-JP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明朝" panose="02020600040205080304" pitchFamily="18" charset="-128"/>
                <a:cs typeface="Courier New" panose="02070309020205020404" pitchFamily="49" charset="0"/>
              </a:rPr>
              <a:t>, </a:t>
            </a:r>
            <a:r>
              <a:rPr lang="ja-JP" altLang="ja-JP" dirty="0">
                <a:solidFill>
                  <a:srgbClr val="000000"/>
                </a:solidFill>
                <a:latin typeface="ＭＳ Ｐゴシック" panose="020B0600070205080204" pitchFamily="50" charset="-128"/>
                <a:ea typeface="ＭＳ Ｐ明朝" panose="02020600040205080304" pitchFamily="18" charset="-128"/>
                <a:cs typeface="Courier New" panose="02070309020205020404" pitchFamily="49" charset="0"/>
              </a:rPr>
              <a:t>指数関数，対数関数などの関数が定義されたプログラム集である．</a:t>
            </a:r>
            <a:endParaRPr lang="ja-JP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  <a:cs typeface="ＭＳ Ｐゴシック" panose="020B0600070205080204" pitchFamily="50" charset="-128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6194B19-3340-4C81-932F-841D0B72A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24200"/>
            <a:ext cx="8889785" cy="287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21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018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変数</a:t>
            </a:r>
            <a:endParaRPr lang="ja-JP" altLang="ja-JP" dirty="0"/>
          </a:p>
          <a:p>
            <a:pPr marL="0" indent="0">
              <a:buNone/>
            </a:pPr>
            <a:r>
              <a:rPr lang="ja-JP" altLang="ja-JP" dirty="0"/>
              <a:t>　変数は，右辺の式を評価した値</a:t>
            </a:r>
            <a:r>
              <a:rPr lang="en-US" altLang="ja-JP" dirty="0"/>
              <a:t>(</a:t>
            </a:r>
            <a:r>
              <a:rPr lang="ja-JP" altLang="ja-JP" dirty="0"/>
              <a:t>オブジェクト</a:t>
            </a:r>
            <a:r>
              <a:rPr lang="en-US" altLang="ja-JP" dirty="0"/>
              <a:t>)</a:t>
            </a:r>
            <a:r>
              <a:rPr lang="ja-JP" altLang="ja-JP" dirty="0" err="1"/>
              <a:t>を保</a:t>
            </a:r>
            <a:r>
              <a:rPr lang="ja-JP" altLang="ja-JP" dirty="0"/>
              <a:t>持する．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1F44DC1B-4D9C-4ABC-ABBA-0F028D76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014" y="2957425"/>
            <a:ext cx="7768172" cy="219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840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018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関係演算子</a:t>
            </a:r>
            <a:endParaRPr lang="ja-JP" altLang="ja-JP" dirty="0"/>
          </a:p>
          <a:p>
            <a:pPr marL="0" indent="0">
              <a:buNone/>
            </a:pPr>
            <a:r>
              <a:rPr lang="ja-JP" altLang="ja-JP" dirty="0"/>
              <a:t>　等価 </a:t>
            </a:r>
            <a:r>
              <a:rPr lang="en-US" altLang="ja-JP" dirty="0">
                <a:latin typeface="Consolas" panose="020B0609020204030204" pitchFamily="49" charset="0"/>
              </a:rPr>
              <a:t>==</a:t>
            </a:r>
            <a:r>
              <a:rPr lang="ja-JP" altLang="ja-JP" dirty="0" err="1"/>
              <a:t>，</a:t>
            </a:r>
            <a:r>
              <a:rPr lang="ja-JP" altLang="ja-JP" dirty="0"/>
              <a:t>不等価 </a:t>
            </a:r>
            <a:r>
              <a:rPr lang="en-US" altLang="ja-JP" dirty="0">
                <a:latin typeface="Consolas" panose="020B0609020204030204" pitchFamily="49" charset="0"/>
              </a:rPr>
              <a:t>!=</a:t>
            </a:r>
            <a:r>
              <a:rPr lang="en-US" altLang="ja-JP" dirty="0"/>
              <a:t>, </a:t>
            </a:r>
            <a:r>
              <a:rPr lang="ja-JP" altLang="ja-JP" dirty="0"/>
              <a:t>大小比較 </a:t>
            </a:r>
            <a:r>
              <a:rPr lang="en-US" altLang="ja-JP" dirty="0">
                <a:latin typeface="Consolas" panose="020B0609020204030204" pitchFamily="49" charset="0"/>
              </a:rPr>
              <a:t>&lt;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</a:rPr>
              <a:t>&lt;=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</a:rPr>
              <a:t>&gt;</a:t>
            </a:r>
            <a:r>
              <a:rPr lang="en-US" altLang="ja-JP" dirty="0"/>
              <a:t>, </a:t>
            </a:r>
            <a:r>
              <a:rPr lang="en-US" altLang="ja-JP" dirty="0">
                <a:latin typeface="Consolas" panose="020B0609020204030204" pitchFamily="49" charset="0"/>
              </a:rPr>
              <a:t>&gt;=</a:t>
            </a:r>
            <a:r>
              <a:rPr lang="en-US" altLang="ja-JP" dirty="0"/>
              <a:t> </a:t>
            </a:r>
            <a:r>
              <a:rPr lang="ja-JP" altLang="ja-JP" dirty="0"/>
              <a:t>などの真偽を返す演算子である．</a:t>
            </a:r>
            <a:r>
              <a:rPr lang="en-US" altLang="ja-JP" dirty="0">
                <a:latin typeface="Consolas" panose="020B0609020204030204" pitchFamily="49" charset="0"/>
              </a:rPr>
              <a:t>True</a:t>
            </a:r>
            <a:r>
              <a:rPr lang="en-US" altLang="ja-JP" dirty="0"/>
              <a:t> </a:t>
            </a:r>
            <a:r>
              <a:rPr lang="ja-JP" altLang="ja-JP" dirty="0"/>
              <a:t>は真を表す真理値であり，</a:t>
            </a:r>
            <a:r>
              <a:rPr lang="en-US" altLang="ja-JP" dirty="0">
                <a:latin typeface="Consolas" panose="020B0609020204030204" pitchFamily="49" charset="0"/>
              </a:rPr>
              <a:t>False</a:t>
            </a:r>
            <a:r>
              <a:rPr lang="ja-JP" altLang="ja-JP" dirty="0"/>
              <a:t>は偽を表す真理値である．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E36578C2-7F6D-4AFD-BC65-11E8417AE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158" y="3350224"/>
            <a:ext cx="7056873" cy="307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26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018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dirty="0"/>
              <a:t> </a:t>
            </a:r>
            <a:r>
              <a:rPr lang="ja-JP" altLang="ja-JP" b="1" u="sng" dirty="0"/>
              <a:t>条件分岐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if else:</a:t>
            </a:r>
            <a:r>
              <a:rPr lang="ja-JP" altLang="ja-JP" dirty="0"/>
              <a:t>文は条件式の値が</a:t>
            </a:r>
            <a:r>
              <a:rPr lang="en-US" altLang="ja-JP" dirty="0"/>
              <a:t>True</a:t>
            </a:r>
            <a:r>
              <a:rPr lang="ja-JP" altLang="ja-JP" dirty="0"/>
              <a:t>のとき，それに続くブロックを実行する．</a:t>
            </a:r>
            <a:r>
              <a:rPr lang="en-US" altLang="ja-JP" dirty="0"/>
              <a:t>False</a:t>
            </a:r>
            <a:r>
              <a:rPr lang="ja-JP" altLang="ja-JP" dirty="0"/>
              <a:t> のとき，</a:t>
            </a:r>
            <a:r>
              <a:rPr lang="en-US" altLang="ja-JP" dirty="0"/>
              <a:t>else</a:t>
            </a:r>
            <a:r>
              <a:rPr lang="ja-JP" altLang="ja-JP" dirty="0"/>
              <a:t>に続くブロックを実行する．ブロックとは，</a:t>
            </a:r>
            <a:r>
              <a:rPr lang="ja-JP" altLang="ja-JP" b="1" dirty="0"/>
              <a:t>段付け</a:t>
            </a:r>
            <a:r>
              <a:rPr lang="en-US" altLang="ja-JP" dirty="0"/>
              <a:t>(indent)</a:t>
            </a:r>
            <a:r>
              <a:rPr lang="ja-JP" altLang="ja-JP" dirty="0"/>
              <a:t>された文の集まりのことをいう．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0A77322A-0754-483E-BC69-F37D3A25F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43114"/>
            <a:ext cx="7863592" cy="280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672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018"/>
            <a:ext cx="10515600" cy="2289175"/>
          </a:xfrm>
        </p:spPr>
        <p:txBody>
          <a:bodyPr/>
          <a:lstStyle/>
          <a:p>
            <a:pPr marL="0" indent="0">
              <a:buNone/>
            </a:pPr>
            <a:r>
              <a:rPr lang="ja-JP" altLang="ja-JP" b="1" u="sng" dirty="0"/>
              <a:t>繰返し</a:t>
            </a:r>
            <a:endParaRPr lang="ja-JP" altLang="ja-JP" dirty="0"/>
          </a:p>
          <a:p>
            <a:pPr marL="0" indent="0">
              <a:buNone/>
            </a:pPr>
            <a:r>
              <a:rPr lang="ja-JP" altLang="ja-JP" dirty="0"/>
              <a:t>「</a:t>
            </a:r>
            <a:r>
              <a:rPr lang="en-US" altLang="ja-JP" dirty="0"/>
              <a:t>for </a:t>
            </a:r>
            <a:r>
              <a:rPr lang="ja-JP" altLang="ja-JP" dirty="0"/>
              <a:t>変数</a:t>
            </a:r>
            <a:r>
              <a:rPr lang="en-US" altLang="ja-JP" dirty="0"/>
              <a:t>in </a:t>
            </a:r>
            <a:r>
              <a:rPr lang="ja-JP" altLang="ja-JP" dirty="0"/>
              <a:t>列」は繰返しを行う．</a:t>
            </a:r>
            <a:r>
              <a:rPr lang="en-US" altLang="ja-JP" dirty="0"/>
              <a:t>range(1,11)</a:t>
            </a:r>
            <a:r>
              <a:rPr lang="ja-JP" altLang="ja-JP" dirty="0"/>
              <a:t>は</a:t>
            </a:r>
            <a:r>
              <a:rPr lang="en-US" altLang="ja-JP" dirty="0"/>
              <a:t>1</a:t>
            </a:r>
            <a:r>
              <a:rPr lang="ja-JP" altLang="ja-JP" dirty="0" err="1"/>
              <a:t>，</a:t>
            </a:r>
            <a:r>
              <a:rPr lang="en-US" altLang="ja-JP" dirty="0"/>
              <a:t>2, …,10</a:t>
            </a:r>
            <a:r>
              <a:rPr lang="ja-JP" altLang="ja-JP" dirty="0"/>
              <a:t>という列を表す．列の各要素を変数へ順に代入し，それに続くブロックを実行する．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DA81A868-F950-4F07-B1F9-0EAE3474F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931023"/>
            <a:ext cx="7642481" cy="298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06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4839D2-34C1-44FF-BFCC-FBABEFDA7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018"/>
            <a:ext cx="10515600" cy="2289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b="1" u="sng" dirty="0" err="1"/>
              <a:t>numpy</a:t>
            </a:r>
            <a:endParaRPr lang="en-US" altLang="ja-JP" b="1" u="sng" dirty="0"/>
          </a:p>
          <a:p>
            <a:pPr marL="0" indent="0">
              <a:buNone/>
            </a:pPr>
            <a:r>
              <a:rPr lang="en-US" altLang="ja-JP" dirty="0" err="1"/>
              <a:t>Numpy</a:t>
            </a:r>
            <a:r>
              <a:rPr lang="en-US" altLang="ja-JP" dirty="0"/>
              <a:t>(</a:t>
            </a:r>
            <a:r>
              <a:rPr lang="ja-JP" altLang="en-US" dirty="0"/>
              <a:t>ナムパイ</a:t>
            </a:r>
            <a:r>
              <a:rPr lang="en-US" altLang="ja-JP" dirty="0"/>
              <a:t>) </a:t>
            </a:r>
            <a:r>
              <a:rPr lang="ja-JP" altLang="en-US" dirty="0"/>
              <a:t>は、</a:t>
            </a:r>
            <a:r>
              <a:rPr lang="en-US" altLang="ja-JP" dirty="0"/>
              <a:t>Python</a:t>
            </a:r>
            <a:r>
              <a:rPr lang="ja-JP" altLang="en-US" dirty="0"/>
              <a:t>で数値計算を高速に行うためのライブラリである</a:t>
            </a:r>
            <a:r>
              <a:rPr lang="en-US" altLang="ja-JP" dirty="0"/>
              <a:t>.</a:t>
            </a:r>
            <a:r>
              <a:rPr lang="ja-JP" altLang="en-US" dirty="0"/>
              <a:t> グラフを描く際のデータ作成に利用される</a:t>
            </a:r>
            <a:r>
              <a:rPr lang="en-US" altLang="ja-JP" dirty="0"/>
              <a:t>.</a:t>
            </a:r>
          </a:p>
          <a:p>
            <a:pPr marL="0" indent="0">
              <a:buNone/>
            </a:pPr>
            <a:r>
              <a:rPr lang="en-US" altLang="ja-JP" dirty="0" err="1"/>
              <a:t>linspace</a:t>
            </a:r>
            <a:r>
              <a:rPr lang="en-US" altLang="ja-JP" dirty="0"/>
              <a:t>(L,</a:t>
            </a:r>
            <a:r>
              <a:rPr lang="ja-JP" altLang="en-US" dirty="0"/>
              <a:t> </a:t>
            </a:r>
            <a:r>
              <a:rPr lang="en-US" altLang="ja-JP" dirty="0"/>
              <a:t>R,</a:t>
            </a:r>
            <a:r>
              <a:rPr lang="ja-JP" altLang="en-US" dirty="0"/>
              <a:t> </a:t>
            </a:r>
            <a:r>
              <a:rPr lang="en-US" altLang="ja-JP" dirty="0"/>
              <a:t>n)</a:t>
            </a:r>
            <a:r>
              <a:rPr lang="ja-JP" altLang="en-US" dirty="0"/>
              <a:t>は</a:t>
            </a:r>
            <a:r>
              <a:rPr lang="en-US" altLang="ja-JP" dirty="0"/>
              <a:t>,</a:t>
            </a:r>
            <a:r>
              <a:rPr lang="ja-JP" altLang="en-US" dirty="0"/>
              <a:t> 区間</a:t>
            </a:r>
            <a:r>
              <a:rPr lang="en-US" altLang="ja-JP" dirty="0"/>
              <a:t>[L,R]</a:t>
            </a:r>
            <a:r>
              <a:rPr lang="ja-JP" altLang="en-US" dirty="0"/>
              <a:t>を</a:t>
            </a:r>
            <a:r>
              <a:rPr lang="en-US" altLang="ja-JP" dirty="0"/>
              <a:t>n</a:t>
            </a:r>
            <a:r>
              <a:rPr lang="ja-JP" altLang="en-US" dirty="0"/>
              <a:t>等分する点列を生成する．</a:t>
            </a:r>
            <a:endParaRPr lang="ja-JP" altLang="ja-JP" dirty="0"/>
          </a:p>
        </p:txBody>
      </p:sp>
      <p:sp>
        <p:nvSpPr>
          <p:cNvPr id="6" name="AutoShape 3" descr="https://jpc-powerpoint.officeapps.live.com/pods/GetClipboardImage.ashx?Id=d8cda56d-c873-468b-8652-d7e754db6a7e&amp;DC=GJP2&amp;pkey=a0ecb7e7-384f-44ce-aadc-c2fc8d6a7e83&amp;wdwaccluster=GJP2">
            <a:extLst>
              <a:ext uri="{FF2B5EF4-FFF2-40B4-BE49-F238E27FC236}">
                <a16:creationId xmlns:a16="http://schemas.microsoft.com/office/drawing/2014/main" id="{25A26E54-7E6A-4D25-BF2A-555ABD9F78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7" name="AutoShape 5" descr="https://jpc-powerpoint.officeapps.live.com/pods/GetClipboardImage.ashx?Id=ea387188-7b18-4140-804b-733cd5265d23&amp;DC=GJP2&amp;pkey=da82ce80-b372-438f-891e-672d4b12c70a&amp;wdwaccluster=GJP2">
            <a:extLst>
              <a:ext uri="{FF2B5EF4-FFF2-40B4-BE49-F238E27FC236}">
                <a16:creationId xmlns:a16="http://schemas.microsoft.com/office/drawing/2014/main" id="{49064FB3-7268-4A6B-AE42-8873D8BA71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DC7A851-C8AE-411C-8C3A-97B7FD22B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8838" y="469339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C94789C-7FDA-445A-A212-5D0A239E7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85115"/>
            <a:ext cx="7567246" cy="347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7EA2D9-583C-4CDE-A1B1-F56A2DA8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ライブラリ読込み</a:t>
            </a:r>
            <a:r>
              <a:rPr kumimoji="1" lang="en-US" altLang="ja-JP" dirty="0"/>
              <a:t>/</a:t>
            </a:r>
            <a:r>
              <a:rPr kumimoji="1" lang="ja-JP" altLang="en-US" dirty="0"/>
              <a:t>データ準備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4C421824-5563-48E8-A15C-5FC3B4D21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184" y="2159296"/>
            <a:ext cx="7745632" cy="332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0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DD60B-C05B-4B46-A21B-5753A451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描画</a:t>
            </a:r>
            <a:r>
              <a:rPr kumimoji="1" lang="en-US" altLang="ja-JP" dirty="0"/>
              <a:t>/</a:t>
            </a:r>
            <a:r>
              <a:rPr kumimoji="1" lang="ja-JP" altLang="en-US" dirty="0"/>
              <a:t>結果観察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947047F-A35E-4EF6-BBCA-0BCB6842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43" y="1772816"/>
            <a:ext cx="786070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79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2D5C1-3993-12AE-03E2-23DF4D8C8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主要なクラス</a:t>
            </a:r>
            <a:r>
              <a:rPr lang="ja-JP" altLang="en-US" dirty="0"/>
              <a:t>構造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6678DCF-0887-8878-C546-AF2251FCDE60}"/>
              </a:ext>
            </a:extLst>
          </p:cNvPr>
          <p:cNvSpPr/>
          <p:nvPr/>
        </p:nvSpPr>
        <p:spPr>
          <a:xfrm>
            <a:off x="2401012" y="1911039"/>
            <a:ext cx="6647317" cy="447028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A63425-40D1-6F4C-3E30-14CE30297961}"/>
              </a:ext>
            </a:extLst>
          </p:cNvPr>
          <p:cNvSpPr txBox="1"/>
          <p:nvPr/>
        </p:nvSpPr>
        <p:spPr>
          <a:xfrm>
            <a:off x="2999656" y="1538461"/>
            <a:ext cx="4104456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Figure</a:t>
            </a:r>
            <a:r>
              <a:rPr lang="ja-JP" altLang="en-US" sz="40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：描画領域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E008991-2347-311F-D3E7-26873B824000}"/>
              </a:ext>
            </a:extLst>
          </p:cNvPr>
          <p:cNvSpPr/>
          <p:nvPr/>
        </p:nvSpPr>
        <p:spPr>
          <a:xfrm>
            <a:off x="3143672" y="2912751"/>
            <a:ext cx="2304256" cy="13681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7FE1D91-F153-669A-95C8-791150A1283C}"/>
              </a:ext>
            </a:extLst>
          </p:cNvPr>
          <p:cNvSpPr/>
          <p:nvPr/>
        </p:nvSpPr>
        <p:spPr>
          <a:xfrm>
            <a:off x="3125167" y="4635463"/>
            <a:ext cx="2304256" cy="13681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0F8BB52-60BE-7381-C9D3-BD367E2944D1}"/>
              </a:ext>
            </a:extLst>
          </p:cNvPr>
          <p:cNvSpPr/>
          <p:nvPr/>
        </p:nvSpPr>
        <p:spPr>
          <a:xfrm>
            <a:off x="6096000" y="4604280"/>
            <a:ext cx="2304256" cy="13681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dirty="0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5919996-56B2-8594-100E-DEE35FFA2E17}"/>
              </a:ext>
            </a:extLst>
          </p:cNvPr>
          <p:cNvSpPr/>
          <p:nvPr/>
        </p:nvSpPr>
        <p:spPr>
          <a:xfrm>
            <a:off x="6096000" y="2969924"/>
            <a:ext cx="2304256" cy="136815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2" name="フリーフォーム: 図形 11">
            <a:extLst>
              <a:ext uri="{FF2B5EF4-FFF2-40B4-BE49-F238E27FC236}">
                <a16:creationId xmlns:a16="http://schemas.microsoft.com/office/drawing/2014/main" id="{FE24D055-4836-C155-73BA-A25E12AF56CA}"/>
              </a:ext>
            </a:extLst>
          </p:cNvPr>
          <p:cNvSpPr/>
          <p:nvPr/>
        </p:nvSpPr>
        <p:spPr>
          <a:xfrm>
            <a:off x="2536208" y="2286000"/>
            <a:ext cx="6346517" cy="4213654"/>
          </a:xfrm>
          <a:custGeom>
            <a:avLst/>
            <a:gdLst>
              <a:gd name="connsiteX0" fmla="*/ 6154712 w 6346517"/>
              <a:gd name="connsiteY0" fmla="*/ 420130 h 4213654"/>
              <a:gd name="connsiteX1" fmla="*/ 6167069 w 6346517"/>
              <a:gd name="connsiteY1" fmla="*/ 518984 h 4213654"/>
              <a:gd name="connsiteX2" fmla="*/ 6179425 w 6346517"/>
              <a:gd name="connsiteY2" fmla="*/ 556054 h 4213654"/>
              <a:gd name="connsiteX3" fmla="*/ 6191782 w 6346517"/>
              <a:gd name="connsiteY3" fmla="*/ 667265 h 4213654"/>
              <a:gd name="connsiteX4" fmla="*/ 6204139 w 6346517"/>
              <a:gd name="connsiteY4" fmla="*/ 729049 h 4213654"/>
              <a:gd name="connsiteX5" fmla="*/ 6216496 w 6346517"/>
              <a:gd name="connsiteY5" fmla="*/ 852616 h 4213654"/>
              <a:gd name="connsiteX6" fmla="*/ 6228852 w 6346517"/>
              <a:gd name="connsiteY6" fmla="*/ 1099751 h 4213654"/>
              <a:gd name="connsiteX7" fmla="*/ 6253566 w 6346517"/>
              <a:gd name="connsiteY7" fmla="*/ 1445741 h 4213654"/>
              <a:gd name="connsiteX8" fmla="*/ 6290636 w 6346517"/>
              <a:gd name="connsiteY8" fmla="*/ 1618735 h 4213654"/>
              <a:gd name="connsiteX9" fmla="*/ 6327707 w 6346517"/>
              <a:gd name="connsiteY9" fmla="*/ 1767016 h 4213654"/>
              <a:gd name="connsiteX10" fmla="*/ 6327707 w 6346517"/>
              <a:gd name="connsiteY10" fmla="*/ 2631989 h 4213654"/>
              <a:gd name="connsiteX11" fmla="*/ 6315350 w 6346517"/>
              <a:gd name="connsiteY11" fmla="*/ 2681416 h 4213654"/>
              <a:gd name="connsiteX12" fmla="*/ 6302993 w 6346517"/>
              <a:gd name="connsiteY12" fmla="*/ 2755557 h 4213654"/>
              <a:gd name="connsiteX13" fmla="*/ 6253566 w 6346517"/>
              <a:gd name="connsiteY13" fmla="*/ 2916195 h 4213654"/>
              <a:gd name="connsiteX14" fmla="*/ 6241209 w 6346517"/>
              <a:gd name="connsiteY14" fmla="*/ 3459892 h 4213654"/>
              <a:gd name="connsiteX15" fmla="*/ 6216496 w 6346517"/>
              <a:gd name="connsiteY15" fmla="*/ 3608173 h 4213654"/>
              <a:gd name="connsiteX16" fmla="*/ 6204139 w 6346517"/>
              <a:gd name="connsiteY16" fmla="*/ 3657600 h 4213654"/>
              <a:gd name="connsiteX17" fmla="*/ 6129998 w 6346517"/>
              <a:gd name="connsiteY17" fmla="*/ 3781168 h 4213654"/>
              <a:gd name="connsiteX18" fmla="*/ 6105285 w 6346517"/>
              <a:gd name="connsiteY18" fmla="*/ 3818238 h 4213654"/>
              <a:gd name="connsiteX19" fmla="*/ 6055858 w 6346517"/>
              <a:gd name="connsiteY19" fmla="*/ 3842951 h 4213654"/>
              <a:gd name="connsiteX20" fmla="*/ 5969361 w 6346517"/>
              <a:gd name="connsiteY20" fmla="*/ 3904735 h 4213654"/>
              <a:gd name="connsiteX21" fmla="*/ 5833436 w 6346517"/>
              <a:gd name="connsiteY21" fmla="*/ 4003589 h 4213654"/>
              <a:gd name="connsiteX22" fmla="*/ 5709869 w 6346517"/>
              <a:gd name="connsiteY22" fmla="*/ 4077730 h 4213654"/>
              <a:gd name="connsiteX23" fmla="*/ 5611015 w 6346517"/>
              <a:gd name="connsiteY23" fmla="*/ 4102443 h 4213654"/>
              <a:gd name="connsiteX24" fmla="*/ 5462734 w 6346517"/>
              <a:gd name="connsiteY24" fmla="*/ 4114800 h 4213654"/>
              <a:gd name="connsiteX25" fmla="*/ 5363879 w 6346517"/>
              <a:gd name="connsiteY25" fmla="*/ 4127157 h 4213654"/>
              <a:gd name="connsiteX26" fmla="*/ 5302096 w 6346517"/>
              <a:gd name="connsiteY26" fmla="*/ 4139514 h 4213654"/>
              <a:gd name="connsiteX27" fmla="*/ 5104388 w 6346517"/>
              <a:gd name="connsiteY27" fmla="*/ 4164227 h 4213654"/>
              <a:gd name="connsiteX28" fmla="*/ 4894323 w 6346517"/>
              <a:gd name="connsiteY28" fmla="*/ 4188941 h 4213654"/>
              <a:gd name="connsiteX29" fmla="*/ 4671901 w 6346517"/>
              <a:gd name="connsiteY29" fmla="*/ 4201297 h 4213654"/>
              <a:gd name="connsiteX30" fmla="*/ 4474193 w 6346517"/>
              <a:gd name="connsiteY30" fmla="*/ 4213654 h 4213654"/>
              <a:gd name="connsiteX31" fmla="*/ 3955209 w 6346517"/>
              <a:gd name="connsiteY31" fmla="*/ 4151870 h 4213654"/>
              <a:gd name="connsiteX32" fmla="*/ 3831642 w 6346517"/>
              <a:gd name="connsiteY32" fmla="*/ 4127157 h 4213654"/>
              <a:gd name="connsiteX33" fmla="*/ 3596863 w 6346517"/>
              <a:gd name="connsiteY33" fmla="*/ 4090086 h 4213654"/>
              <a:gd name="connsiteX34" fmla="*/ 3250874 w 6346517"/>
              <a:gd name="connsiteY34" fmla="*/ 4028303 h 4213654"/>
              <a:gd name="connsiteX35" fmla="*/ 3176734 w 6346517"/>
              <a:gd name="connsiteY35" fmla="*/ 3991232 h 4213654"/>
              <a:gd name="connsiteX36" fmla="*/ 2806031 w 6346517"/>
              <a:gd name="connsiteY36" fmla="*/ 3966519 h 4213654"/>
              <a:gd name="connsiteX37" fmla="*/ 2497112 w 6346517"/>
              <a:gd name="connsiteY37" fmla="*/ 3941805 h 4213654"/>
              <a:gd name="connsiteX38" fmla="*/ 2422971 w 6346517"/>
              <a:gd name="connsiteY38" fmla="*/ 3929449 h 4213654"/>
              <a:gd name="connsiteX39" fmla="*/ 1990485 w 6346517"/>
              <a:gd name="connsiteY39" fmla="*/ 3904735 h 4213654"/>
              <a:gd name="connsiteX40" fmla="*/ 1347934 w 6346517"/>
              <a:gd name="connsiteY40" fmla="*/ 3904735 h 4213654"/>
              <a:gd name="connsiteX41" fmla="*/ 1063728 w 6346517"/>
              <a:gd name="connsiteY41" fmla="*/ 3880022 h 4213654"/>
              <a:gd name="connsiteX42" fmla="*/ 495317 w 6346517"/>
              <a:gd name="connsiteY42" fmla="*/ 3855308 h 4213654"/>
              <a:gd name="connsiteX43" fmla="*/ 433534 w 6346517"/>
              <a:gd name="connsiteY43" fmla="*/ 3842951 h 4213654"/>
              <a:gd name="connsiteX44" fmla="*/ 396463 w 6346517"/>
              <a:gd name="connsiteY44" fmla="*/ 3830595 h 4213654"/>
              <a:gd name="connsiteX45" fmla="*/ 322323 w 6346517"/>
              <a:gd name="connsiteY45" fmla="*/ 3818238 h 4213654"/>
              <a:gd name="connsiteX46" fmla="*/ 248182 w 6346517"/>
              <a:gd name="connsiteY46" fmla="*/ 3744097 h 4213654"/>
              <a:gd name="connsiteX47" fmla="*/ 186398 w 6346517"/>
              <a:gd name="connsiteY47" fmla="*/ 3645243 h 4213654"/>
              <a:gd name="connsiteX48" fmla="*/ 174042 w 6346517"/>
              <a:gd name="connsiteY48" fmla="*/ 3608173 h 4213654"/>
              <a:gd name="connsiteX49" fmla="*/ 149328 w 6346517"/>
              <a:gd name="connsiteY49" fmla="*/ 3546389 h 4213654"/>
              <a:gd name="connsiteX50" fmla="*/ 136971 w 6346517"/>
              <a:gd name="connsiteY50" fmla="*/ 3509319 h 4213654"/>
              <a:gd name="connsiteX51" fmla="*/ 99901 w 6346517"/>
              <a:gd name="connsiteY51" fmla="*/ 3459892 h 4213654"/>
              <a:gd name="connsiteX52" fmla="*/ 75188 w 6346517"/>
              <a:gd name="connsiteY52" fmla="*/ 3385751 h 4213654"/>
              <a:gd name="connsiteX53" fmla="*/ 25761 w 6346517"/>
              <a:gd name="connsiteY53" fmla="*/ 3188043 h 4213654"/>
              <a:gd name="connsiteX54" fmla="*/ 38117 w 6346517"/>
              <a:gd name="connsiteY54" fmla="*/ 1865870 h 4213654"/>
              <a:gd name="connsiteX55" fmla="*/ 50474 w 6346517"/>
              <a:gd name="connsiteY55" fmla="*/ 1791730 h 4213654"/>
              <a:gd name="connsiteX56" fmla="*/ 75188 w 6346517"/>
              <a:gd name="connsiteY56" fmla="*/ 1643449 h 4213654"/>
              <a:gd name="connsiteX57" fmla="*/ 87544 w 6346517"/>
              <a:gd name="connsiteY57" fmla="*/ 1507524 h 4213654"/>
              <a:gd name="connsiteX58" fmla="*/ 112258 w 6346517"/>
              <a:gd name="connsiteY58" fmla="*/ 1433384 h 4213654"/>
              <a:gd name="connsiteX59" fmla="*/ 149328 w 6346517"/>
              <a:gd name="connsiteY59" fmla="*/ 1260389 h 4213654"/>
              <a:gd name="connsiteX60" fmla="*/ 174042 w 6346517"/>
              <a:gd name="connsiteY60" fmla="*/ 1161535 h 4213654"/>
              <a:gd name="connsiteX61" fmla="*/ 198755 w 6346517"/>
              <a:gd name="connsiteY61" fmla="*/ 1124465 h 4213654"/>
              <a:gd name="connsiteX62" fmla="*/ 285252 w 6346517"/>
              <a:gd name="connsiteY62" fmla="*/ 1013254 h 4213654"/>
              <a:gd name="connsiteX63" fmla="*/ 297609 w 6346517"/>
              <a:gd name="connsiteY63" fmla="*/ 976184 h 4213654"/>
              <a:gd name="connsiteX64" fmla="*/ 272896 w 6346517"/>
              <a:gd name="connsiteY64" fmla="*/ 840259 h 4213654"/>
              <a:gd name="connsiteX65" fmla="*/ 322323 w 6346517"/>
              <a:gd name="connsiteY65" fmla="*/ 667265 h 4213654"/>
              <a:gd name="connsiteX66" fmla="*/ 384107 w 6346517"/>
              <a:gd name="connsiteY66" fmla="*/ 630195 h 4213654"/>
              <a:gd name="connsiteX67" fmla="*/ 470604 w 6346517"/>
              <a:gd name="connsiteY67" fmla="*/ 556054 h 4213654"/>
              <a:gd name="connsiteX68" fmla="*/ 532388 w 6346517"/>
              <a:gd name="connsiteY68" fmla="*/ 506627 h 4213654"/>
              <a:gd name="connsiteX69" fmla="*/ 643598 w 6346517"/>
              <a:gd name="connsiteY69" fmla="*/ 444843 h 4213654"/>
              <a:gd name="connsiteX70" fmla="*/ 705382 w 6346517"/>
              <a:gd name="connsiteY70" fmla="*/ 407773 h 4213654"/>
              <a:gd name="connsiteX71" fmla="*/ 779523 w 6346517"/>
              <a:gd name="connsiteY71" fmla="*/ 358346 h 4213654"/>
              <a:gd name="connsiteX72" fmla="*/ 866020 w 6346517"/>
              <a:gd name="connsiteY72" fmla="*/ 333632 h 4213654"/>
              <a:gd name="connsiteX73" fmla="*/ 1039015 w 6346517"/>
              <a:gd name="connsiteY73" fmla="*/ 271849 h 4213654"/>
              <a:gd name="connsiteX74" fmla="*/ 1286150 w 6346517"/>
              <a:gd name="connsiteY74" fmla="*/ 234778 h 4213654"/>
              <a:gd name="connsiteX75" fmla="*/ 1397361 w 6346517"/>
              <a:gd name="connsiteY75" fmla="*/ 222422 h 4213654"/>
              <a:gd name="connsiteX76" fmla="*/ 1681566 w 6346517"/>
              <a:gd name="connsiteY76" fmla="*/ 185351 h 4213654"/>
              <a:gd name="connsiteX77" fmla="*/ 1928701 w 6346517"/>
              <a:gd name="connsiteY77" fmla="*/ 148281 h 4213654"/>
              <a:gd name="connsiteX78" fmla="*/ 2114052 w 6346517"/>
              <a:gd name="connsiteY78" fmla="*/ 135924 h 4213654"/>
              <a:gd name="connsiteX79" fmla="*/ 2212907 w 6346517"/>
              <a:gd name="connsiteY79" fmla="*/ 123568 h 4213654"/>
              <a:gd name="connsiteX80" fmla="*/ 2398258 w 6346517"/>
              <a:gd name="connsiteY80" fmla="*/ 111211 h 4213654"/>
              <a:gd name="connsiteX81" fmla="*/ 2509469 w 6346517"/>
              <a:gd name="connsiteY81" fmla="*/ 98854 h 4213654"/>
              <a:gd name="connsiteX82" fmla="*/ 2966669 w 6346517"/>
              <a:gd name="connsiteY82" fmla="*/ 61784 h 4213654"/>
              <a:gd name="connsiteX83" fmla="*/ 3053166 w 6346517"/>
              <a:gd name="connsiteY83" fmla="*/ 49427 h 4213654"/>
              <a:gd name="connsiteX84" fmla="*/ 3201447 w 6346517"/>
              <a:gd name="connsiteY84" fmla="*/ 24714 h 4213654"/>
              <a:gd name="connsiteX85" fmla="*/ 3572150 w 6346517"/>
              <a:gd name="connsiteY85" fmla="*/ 0 h 4213654"/>
              <a:gd name="connsiteX86" fmla="*/ 4264128 w 6346517"/>
              <a:gd name="connsiteY86" fmla="*/ 24714 h 4213654"/>
              <a:gd name="connsiteX87" fmla="*/ 4573047 w 6346517"/>
              <a:gd name="connsiteY87" fmla="*/ 61784 h 4213654"/>
              <a:gd name="connsiteX88" fmla="*/ 4807825 w 6346517"/>
              <a:gd name="connsiteY88" fmla="*/ 98854 h 4213654"/>
              <a:gd name="connsiteX89" fmla="*/ 4956107 w 6346517"/>
              <a:gd name="connsiteY89" fmla="*/ 123568 h 4213654"/>
              <a:gd name="connsiteX90" fmla="*/ 5252669 w 6346517"/>
              <a:gd name="connsiteY90" fmla="*/ 160638 h 4213654"/>
              <a:gd name="connsiteX91" fmla="*/ 5339166 w 6346517"/>
              <a:gd name="connsiteY91" fmla="*/ 185351 h 4213654"/>
              <a:gd name="connsiteX92" fmla="*/ 5388593 w 6346517"/>
              <a:gd name="connsiteY92" fmla="*/ 197708 h 4213654"/>
              <a:gd name="connsiteX93" fmla="*/ 5598658 w 6346517"/>
              <a:gd name="connsiteY93" fmla="*/ 210065 h 4213654"/>
              <a:gd name="connsiteX94" fmla="*/ 5672798 w 6346517"/>
              <a:gd name="connsiteY94" fmla="*/ 234778 h 4213654"/>
              <a:gd name="connsiteX95" fmla="*/ 5722225 w 6346517"/>
              <a:gd name="connsiteY95" fmla="*/ 247135 h 4213654"/>
              <a:gd name="connsiteX96" fmla="*/ 5808723 w 6346517"/>
              <a:gd name="connsiteY96" fmla="*/ 333632 h 4213654"/>
              <a:gd name="connsiteX97" fmla="*/ 5907577 w 6346517"/>
              <a:gd name="connsiteY97" fmla="*/ 395416 h 4213654"/>
              <a:gd name="connsiteX98" fmla="*/ 5981717 w 6346517"/>
              <a:gd name="connsiteY98" fmla="*/ 444843 h 4213654"/>
              <a:gd name="connsiteX99" fmla="*/ 6055858 w 6346517"/>
              <a:gd name="connsiteY99" fmla="*/ 469557 h 4213654"/>
              <a:gd name="connsiteX100" fmla="*/ 6080571 w 6346517"/>
              <a:gd name="connsiteY100" fmla="*/ 506627 h 4213654"/>
              <a:gd name="connsiteX101" fmla="*/ 6117642 w 6346517"/>
              <a:gd name="connsiteY101" fmla="*/ 518984 h 4213654"/>
              <a:gd name="connsiteX102" fmla="*/ 6204139 w 6346517"/>
              <a:gd name="connsiteY102" fmla="*/ 580768 h 4213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6346517" h="4213654">
                <a:moveTo>
                  <a:pt x="6154712" y="420130"/>
                </a:moveTo>
                <a:cubicBezTo>
                  <a:pt x="6158831" y="453081"/>
                  <a:pt x="6161129" y="486312"/>
                  <a:pt x="6167069" y="518984"/>
                </a:cubicBezTo>
                <a:cubicBezTo>
                  <a:pt x="6169399" y="531799"/>
                  <a:pt x="6177284" y="543206"/>
                  <a:pt x="6179425" y="556054"/>
                </a:cubicBezTo>
                <a:cubicBezTo>
                  <a:pt x="6185557" y="592845"/>
                  <a:pt x="6186507" y="630341"/>
                  <a:pt x="6191782" y="667265"/>
                </a:cubicBezTo>
                <a:cubicBezTo>
                  <a:pt x="6194752" y="688056"/>
                  <a:pt x="6201363" y="708231"/>
                  <a:pt x="6204139" y="729049"/>
                </a:cubicBezTo>
                <a:cubicBezTo>
                  <a:pt x="6209610" y="770080"/>
                  <a:pt x="6212377" y="811427"/>
                  <a:pt x="6216496" y="852616"/>
                </a:cubicBezTo>
                <a:cubicBezTo>
                  <a:pt x="6220615" y="934994"/>
                  <a:pt x="6224400" y="1017390"/>
                  <a:pt x="6228852" y="1099751"/>
                </a:cubicBezTo>
                <a:cubicBezTo>
                  <a:pt x="6235435" y="1221538"/>
                  <a:pt x="6240336" y="1326677"/>
                  <a:pt x="6253566" y="1445741"/>
                </a:cubicBezTo>
                <a:cubicBezTo>
                  <a:pt x="6265613" y="1554158"/>
                  <a:pt x="6262608" y="1512228"/>
                  <a:pt x="6290636" y="1618735"/>
                </a:cubicBezTo>
                <a:cubicBezTo>
                  <a:pt x="6303602" y="1668006"/>
                  <a:pt x="6327707" y="1767016"/>
                  <a:pt x="6327707" y="1767016"/>
                </a:cubicBezTo>
                <a:cubicBezTo>
                  <a:pt x="6356218" y="2137687"/>
                  <a:pt x="6349107" y="1979286"/>
                  <a:pt x="6327707" y="2631989"/>
                </a:cubicBezTo>
                <a:cubicBezTo>
                  <a:pt x="6327150" y="2648963"/>
                  <a:pt x="6318681" y="2664763"/>
                  <a:pt x="6315350" y="2681416"/>
                </a:cubicBezTo>
                <a:cubicBezTo>
                  <a:pt x="6310436" y="2705984"/>
                  <a:pt x="6308627" y="2731144"/>
                  <a:pt x="6302993" y="2755557"/>
                </a:cubicBezTo>
                <a:cubicBezTo>
                  <a:pt x="6291044" y="2807336"/>
                  <a:pt x="6270454" y="2865529"/>
                  <a:pt x="6253566" y="2916195"/>
                </a:cubicBezTo>
                <a:cubicBezTo>
                  <a:pt x="6249447" y="3097427"/>
                  <a:pt x="6248313" y="3278752"/>
                  <a:pt x="6241209" y="3459892"/>
                </a:cubicBezTo>
                <a:cubicBezTo>
                  <a:pt x="6239981" y="3491198"/>
                  <a:pt x="6224396" y="3572621"/>
                  <a:pt x="6216496" y="3608173"/>
                </a:cubicBezTo>
                <a:cubicBezTo>
                  <a:pt x="6212812" y="3624751"/>
                  <a:pt x="6210446" y="3641832"/>
                  <a:pt x="6204139" y="3657600"/>
                </a:cubicBezTo>
                <a:cubicBezTo>
                  <a:pt x="6174531" y="3731621"/>
                  <a:pt x="6171221" y="3723456"/>
                  <a:pt x="6129998" y="3781168"/>
                </a:cubicBezTo>
                <a:cubicBezTo>
                  <a:pt x="6121366" y="3793253"/>
                  <a:pt x="6116694" y="3808731"/>
                  <a:pt x="6105285" y="3818238"/>
                </a:cubicBezTo>
                <a:cubicBezTo>
                  <a:pt x="6091134" y="3830030"/>
                  <a:pt x="6072334" y="3834713"/>
                  <a:pt x="6055858" y="3842951"/>
                </a:cubicBezTo>
                <a:cubicBezTo>
                  <a:pt x="5928623" y="3970190"/>
                  <a:pt x="6115731" y="3790893"/>
                  <a:pt x="5969361" y="3904735"/>
                </a:cubicBezTo>
                <a:cubicBezTo>
                  <a:pt x="5773425" y="4057129"/>
                  <a:pt x="6042360" y="3886069"/>
                  <a:pt x="5833436" y="4003589"/>
                </a:cubicBezTo>
                <a:cubicBezTo>
                  <a:pt x="5791570" y="4027138"/>
                  <a:pt x="5756469" y="4066080"/>
                  <a:pt x="5709869" y="4077730"/>
                </a:cubicBezTo>
                <a:cubicBezTo>
                  <a:pt x="5676918" y="4085968"/>
                  <a:pt x="5644605" y="4097405"/>
                  <a:pt x="5611015" y="4102443"/>
                </a:cubicBezTo>
                <a:cubicBezTo>
                  <a:pt x="5561965" y="4109800"/>
                  <a:pt x="5512086" y="4109865"/>
                  <a:pt x="5462734" y="4114800"/>
                </a:cubicBezTo>
                <a:cubicBezTo>
                  <a:pt x="5429691" y="4118104"/>
                  <a:pt x="5396701" y="4122107"/>
                  <a:pt x="5363879" y="4127157"/>
                </a:cubicBezTo>
                <a:cubicBezTo>
                  <a:pt x="5343121" y="4130351"/>
                  <a:pt x="5322887" y="4136544"/>
                  <a:pt x="5302096" y="4139514"/>
                </a:cubicBezTo>
                <a:cubicBezTo>
                  <a:pt x="5236348" y="4148907"/>
                  <a:pt x="5170291" y="4155989"/>
                  <a:pt x="5104388" y="4164227"/>
                </a:cubicBezTo>
                <a:cubicBezTo>
                  <a:pt x="5061903" y="4169538"/>
                  <a:pt x="4933656" y="4186028"/>
                  <a:pt x="4894323" y="4188941"/>
                </a:cubicBezTo>
                <a:cubicBezTo>
                  <a:pt x="4820271" y="4194426"/>
                  <a:pt x="4746028" y="4196937"/>
                  <a:pt x="4671901" y="4201297"/>
                </a:cubicBezTo>
                <a:lnTo>
                  <a:pt x="4474193" y="4213654"/>
                </a:lnTo>
                <a:cubicBezTo>
                  <a:pt x="4368683" y="4201931"/>
                  <a:pt x="4089891" y="4173419"/>
                  <a:pt x="3955209" y="4151870"/>
                </a:cubicBezTo>
                <a:cubicBezTo>
                  <a:pt x="3913732" y="4145234"/>
                  <a:pt x="3873036" y="4134294"/>
                  <a:pt x="3831642" y="4127157"/>
                </a:cubicBezTo>
                <a:cubicBezTo>
                  <a:pt x="3753565" y="4113695"/>
                  <a:pt x="3674846" y="4104083"/>
                  <a:pt x="3596863" y="4090086"/>
                </a:cubicBezTo>
                <a:cubicBezTo>
                  <a:pt x="3211891" y="4020988"/>
                  <a:pt x="3474702" y="4056280"/>
                  <a:pt x="3250874" y="4028303"/>
                </a:cubicBezTo>
                <a:cubicBezTo>
                  <a:pt x="3226161" y="4015946"/>
                  <a:pt x="3203828" y="3996651"/>
                  <a:pt x="3176734" y="3991232"/>
                </a:cubicBezTo>
                <a:cubicBezTo>
                  <a:pt x="3161234" y="3988132"/>
                  <a:pt x="2806324" y="3966537"/>
                  <a:pt x="2806031" y="3966519"/>
                </a:cubicBezTo>
                <a:cubicBezTo>
                  <a:pt x="2599999" y="3937085"/>
                  <a:pt x="2865959" y="3972542"/>
                  <a:pt x="2497112" y="3941805"/>
                </a:cubicBezTo>
                <a:cubicBezTo>
                  <a:pt x="2472144" y="3939724"/>
                  <a:pt x="2447872" y="3932216"/>
                  <a:pt x="2422971" y="3929449"/>
                </a:cubicBezTo>
                <a:cubicBezTo>
                  <a:pt x="2279895" y="3913552"/>
                  <a:pt x="2133626" y="3910959"/>
                  <a:pt x="1990485" y="3904735"/>
                </a:cubicBezTo>
                <a:cubicBezTo>
                  <a:pt x="1675604" y="3865374"/>
                  <a:pt x="2122157" y="3916290"/>
                  <a:pt x="1347934" y="3904735"/>
                </a:cubicBezTo>
                <a:cubicBezTo>
                  <a:pt x="1252852" y="3903316"/>
                  <a:pt x="1158541" y="3887315"/>
                  <a:pt x="1063728" y="3880022"/>
                </a:cubicBezTo>
                <a:cubicBezTo>
                  <a:pt x="848861" y="3863494"/>
                  <a:pt x="733098" y="3863234"/>
                  <a:pt x="495317" y="3855308"/>
                </a:cubicBezTo>
                <a:cubicBezTo>
                  <a:pt x="474723" y="3851189"/>
                  <a:pt x="453909" y="3848045"/>
                  <a:pt x="433534" y="3842951"/>
                </a:cubicBezTo>
                <a:cubicBezTo>
                  <a:pt x="420898" y="3839792"/>
                  <a:pt x="409178" y="3833421"/>
                  <a:pt x="396463" y="3830595"/>
                </a:cubicBezTo>
                <a:cubicBezTo>
                  <a:pt x="372005" y="3825160"/>
                  <a:pt x="347036" y="3822357"/>
                  <a:pt x="322323" y="3818238"/>
                </a:cubicBezTo>
                <a:cubicBezTo>
                  <a:pt x="297609" y="3793524"/>
                  <a:pt x="271402" y="3770219"/>
                  <a:pt x="248182" y="3744097"/>
                </a:cubicBezTo>
                <a:cubicBezTo>
                  <a:pt x="236981" y="3731496"/>
                  <a:pt x="187711" y="3647870"/>
                  <a:pt x="186398" y="3645243"/>
                </a:cubicBezTo>
                <a:cubicBezTo>
                  <a:pt x="180573" y="3633593"/>
                  <a:pt x="178615" y="3620369"/>
                  <a:pt x="174042" y="3608173"/>
                </a:cubicBezTo>
                <a:cubicBezTo>
                  <a:pt x="166254" y="3587404"/>
                  <a:pt x="157116" y="3567158"/>
                  <a:pt x="149328" y="3546389"/>
                </a:cubicBezTo>
                <a:cubicBezTo>
                  <a:pt x="144754" y="3534193"/>
                  <a:pt x="143433" y="3520628"/>
                  <a:pt x="136971" y="3509319"/>
                </a:cubicBezTo>
                <a:cubicBezTo>
                  <a:pt x="126753" y="3491438"/>
                  <a:pt x="112258" y="3476368"/>
                  <a:pt x="99901" y="3459892"/>
                </a:cubicBezTo>
                <a:cubicBezTo>
                  <a:pt x="91663" y="3435178"/>
                  <a:pt x="82042" y="3410884"/>
                  <a:pt x="75188" y="3385751"/>
                </a:cubicBezTo>
                <a:cubicBezTo>
                  <a:pt x="57314" y="3320214"/>
                  <a:pt x="25761" y="3188043"/>
                  <a:pt x="25761" y="3188043"/>
                </a:cubicBezTo>
                <a:cubicBezTo>
                  <a:pt x="-21485" y="2668343"/>
                  <a:pt x="4473" y="3009785"/>
                  <a:pt x="38117" y="1865870"/>
                </a:cubicBezTo>
                <a:cubicBezTo>
                  <a:pt x="38854" y="1840827"/>
                  <a:pt x="46931" y="1816532"/>
                  <a:pt x="50474" y="1791730"/>
                </a:cubicBezTo>
                <a:cubicBezTo>
                  <a:pt x="69759" y="1656740"/>
                  <a:pt x="52311" y="1734955"/>
                  <a:pt x="75188" y="1643449"/>
                </a:cubicBezTo>
                <a:cubicBezTo>
                  <a:pt x="79307" y="1598141"/>
                  <a:pt x="79638" y="1552327"/>
                  <a:pt x="87544" y="1507524"/>
                </a:cubicBezTo>
                <a:cubicBezTo>
                  <a:pt x="92071" y="1481870"/>
                  <a:pt x="105940" y="1458656"/>
                  <a:pt x="112258" y="1433384"/>
                </a:cubicBezTo>
                <a:cubicBezTo>
                  <a:pt x="126561" y="1376171"/>
                  <a:pt x="137762" y="1318218"/>
                  <a:pt x="149328" y="1260389"/>
                </a:cubicBezTo>
                <a:cubicBezTo>
                  <a:pt x="154028" y="1236887"/>
                  <a:pt x="161376" y="1186867"/>
                  <a:pt x="174042" y="1161535"/>
                </a:cubicBezTo>
                <a:cubicBezTo>
                  <a:pt x="180683" y="1148252"/>
                  <a:pt x="189845" y="1136346"/>
                  <a:pt x="198755" y="1124465"/>
                </a:cubicBezTo>
                <a:cubicBezTo>
                  <a:pt x="226933" y="1086895"/>
                  <a:pt x="256420" y="1050324"/>
                  <a:pt x="285252" y="1013254"/>
                </a:cubicBezTo>
                <a:cubicBezTo>
                  <a:pt x="289371" y="1000897"/>
                  <a:pt x="297609" y="989209"/>
                  <a:pt x="297609" y="976184"/>
                </a:cubicBezTo>
                <a:cubicBezTo>
                  <a:pt x="297609" y="931913"/>
                  <a:pt x="283710" y="883517"/>
                  <a:pt x="272896" y="840259"/>
                </a:cubicBezTo>
                <a:cubicBezTo>
                  <a:pt x="281052" y="758697"/>
                  <a:pt x="263524" y="718713"/>
                  <a:pt x="322323" y="667265"/>
                </a:cubicBezTo>
                <a:cubicBezTo>
                  <a:pt x="340398" y="651450"/>
                  <a:pt x="363512" y="642552"/>
                  <a:pt x="384107" y="630195"/>
                </a:cubicBezTo>
                <a:cubicBezTo>
                  <a:pt x="451192" y="540748"/>
                  <a:pt x="385796" y="612593"/>
                  <a:pt x="470604" y="556054"/>
                </a:cubicBezTo>
                <a:cubicBezTo>
                  <a:pt x="492548" y="541424"/>
                  <a:pt x="510782" y="521752"/>
                  <a:pt x="532388" y="506627"/>
                </a:cubicBezTo>
                <a:cubicBezTo>
                  <a:pt x="591812" y="465030"/>
                  <a:pt x="586614" y="476501"/>
                  <a:pt x="643598" y="444843"/>
                </a:cubicBezTo>
                <a:cubicBezTo>
                  <a:pt x="664593" y="433179"/>
                  <a:pt x="685120" y="420667"/>
                  <a:pt x="705382" y="407773"/>
                </a:cubicBezTo>
                <a:cubicBezTo>
                  <a:pt x="730441" y="391827"/>
                  <a:pt x="752555" y="370793"/>
                  <a:pt x="779523" y="358346"/>
                </a:cubicBezTo>
                <a:cubicBezTo>
                  <a:pt x="806749" y="345780"/>
                  <a:pt x="837573" y="343114"/>
                  <a:pt x="866020" y="333632"/>
                </a:cubicBezTo>
                <a:cubicBezTo>
                  <a:pt x="982165" y="294917"/>
                  <a:pt x="874911" y="315035"/>
                  <a:pt x="1039015" y="271849"/>
                </a:cubicBezTo>
                <a:cubicBezTo>
                  <a:pt x="1143104" y="244457"/>
                  <a:pt x="1179982" y="245953"/>
                  <a:pt x="1286150" y="234778"/>
                </a:cubicBezTo>
                <a:lnTo>
                  <a:pt x="1397361" y="222422"/>
                </a:lnTo>
                <a:cubicBezTo>
                  <a:pt x="1597380" y="177972"/>
                  <a:pt x="1421408" y="211366"/>
                  <a:pt x="1681566" y="185351"/>
                </a:cubicBezTo>
                <a:cubicBezTo>
                  <a:pt x="1881871" y="165321"/>
                  <a:pt x="1571167" y="172117"/>
                  <a:pt x="1928701" y="148281"/>
                </a:cubicBezTo>
                <a:cubicBezTo>
                  <a:pt x="1990485" y="144162"/>
                  <a:pt x="2052364" y="141288"/>
                  <a:pt x="2114052" y="135924"/>
                </a:cubicBezTo>
                <a:cubicBezTo>
                  <a:pt x="2147135" y="133047"/>
                  <a:pt x="2179824" y="126445"/>
                  <a:pt x="2212907" y="123568"/>
                </a:cubicBezTo>
                <a:cubicBezTo>
                  <a:pt x="2274595" y="118204"/>
                  <a:pt x="2336551" y="116353"/>
                  <a:pt x="2398258" y="111211"/>
                </a:cubicBezTo>
                <a:cubicBezTo>
                  <a:pt x="2435428" y="108113"/>
                  <a:pt x="2472307" y="102039"/>
                  <a:pt x="2509469" y="98854"/>
                </a:cubicBezTo>
                <a:lnTo>
                  <a:pt x="2966669" y="61784"/>
                </a:lnTo>
                <a:cubicBezTo>
                  <a:pt x="2995616" y="58568"/>
                  <a:pt x="3024437" y="54215"/>
                  <a:pt x="3053166" y="49427"/>
                </a:cubicBezTo>
                <a:cubicBezTo>
                  <a:pt x="3118567" y="38527"/>
                  <a:pt x="3128747" y="30099"/>
                  <a:pt x="3201447" y="24714"/>
                </a:cubicBezTo>
                <a:cubicBezTo>
                  <a:pt x="3757739" y="-16492"/>
                  <a:pt x="3232103" y="34005"/>
                  <a:pt x="3572150" y="0"/>
                </a:cubicBezTo>
                <a:cubicBezTo>
                  <a:pt x="4545654" y="19868"/>
                  <a:pt x="3928895" y="-17190"/>
                  <a:pt x="4264128" y="24714"/>
                </a:cubicBezTo>
                <a:lnTo>
                  <a:pt x="4573047" y="61784"/>
                </a:lnTo>
                <a:cubicBezTo>
                  <a:pt x="4735161" y="108102"/>
                  <a:pt x="4583469" y="70809"/>
                  <a:pt x="4807825" y="98854"/>
                </a:cubicBezTo>
                <a:cubicBezTo>
                  <a:pt x="4857547" y="105069"/>
                  <a:pt x="4906474" y="116675"/>
                  <a:pt x="4956107" y="123568"/>
                </a:cubicBezTo>
                <a:cubicBezTo>
                  <a:pt x="5054783" y="137273"/>
                  <a:pt x="5153815" y="148281"/>
                  <a:pt x="5252669" y="160638"/>
                </a:cubicBezTo>
                <a:lnTo>
                  <a:pt x="5339166" y="185351"/>
                </a:lnTo>
                <a:cubicBezTo>
                  <a:pt x="5355550" y="189819"/>
                  <a:pt x="5371687" y="196098"/>
                  <a:pt x="5388593" y="197708"/>
                </a:cubicBezTo>
                <a:cubicBezTo>
                  <a:pt x="5458420" y="204358"/>
                  <a:pt x="5528636" y="205946"/>
                  <a:pt x="5598658" y="210065"/>
                </a:cubicBezTo>
                <a:cubicBezTo>
                  <a:pt x="5623371" y="218303"/>
                  <a:pt x="5647847" y="227293"/>
                  <a:pt x="5672798" y="234778"/>
                </a:cubicBezTo>
                <a:cubicBezTo>
                  <a:pt x="5689065" y="239658"/>
                  <a:pt x="5706615" y="240445"/>
                  <a:pt x="5722225" y="247135"/>
                </a:cubicBezTo>
                <a:cubicBezTo>
                  <a:pt x="5771113" y="268087"/>
                  <a:pt x="5768004" y="292913"/>
                  <a:pt x="5808723" y="333632"/>
                </a:cubicBezTo>
                <a:cubicBezTo>
                  <a:pt x="5851752" y="376661"/>
                  <a:pt x="5858632" y="366049"/>
                  <a:pt x="5907577" y="395416"/>
                </a:cubicBezTo>
                <a:cubicBezTo>
                  <a:pt x="5933046" y="410697"/>
                  <a:pt x="5953539" y="435450"/>
                  <a:pt x="5981717" y="444843"/>
                </a:cubicBezTo>
                <a:lnTo>
                  <a:pt x="6055858" y="469557"/>
                </a:lnTo>
                <a:cubicBezTo>
                  <a:pt x="6064096" y="481914"/>
                  <a:pt x="6068974" y="497350"/>
                  <a:pt x="6080571" y="506627"/>
                </a:cubicBezTo>
                <a:cubicBezTo>
                  <a:pt x="6090742" y="514764"/>
                  <a:pt x="6105670" y="513853"/>
                  <a:pt x="6117642" y="518984"/>
                </a:cubicBezTo>
                <a:cubicBezTo>
                  <a:pt x="6174568" y="543381"/>
                  <a:pt x="6161758" y="538386"/>
                  <a:pt x="6204139" y="580768"/>
                </a:cubicBez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907C14-0364-4839-CA06-39D4F9E1BAFB}"/>
              </a:ext>
            </a:extLst>
          </p:cNvPr>
          <p:cNvSpPr txBox="1"/>
          <p:nvPr/>
        </p:nvSpPr>
        <p:spPr>
          <a:xfrm>
            <a:off x="7620725" y="2086538"/>
            <a:ext cx="1093915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solidFill>
                  <a:srgbClr val="FF0000"/>
                </a:solidFill>
                <a:latin typeface="Calibri"/>
                <a:ea typeface="ＭＳ Ｐゴシック" panose="020B0600070205080204" pitchFamily="50" charset="-128"/>
              </a:rPr>
              <a:t>axes</a:t>
            </a:r>
            <a:endParaRPr lang="ja-JP" altLang="en-US" sz="40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016289E-B1F6-E533-AB69-3F2193377F66}"/>
              </a:ext>
            </a:extLst>
          </p:cNvPr>
          <p:cNvCxnSpPr/>
          <p:nvPr/>
        </p:nvCxnSpPr>
        <p:spPr>
          <a:xfrm>
            <a:off x="3431704" y="3124243"/>
            <a:ext cx="0" cy="916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C8EA343-FA69-CA10-434B-B39EF9CB6374}"/>
              </a:ext>
            </a:extLst>
          </p:cNvPr>
          <p:cNvCxnSpPr>
            <a:cxnSpLocks/>
          </p:cNvCxnSpPr>
          <p:nvPr/>
        </p:nvCxnSpPr>
        <p:spPr>
          <a:xfrm>
            <a:off x="3431704" y="4077747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01974304-3F1A-16B2-EB62-968FDB0FA5B6}"/>
              </a:ext>
            </a:extLst>
          </p:cNvPr>
          <p:cNvSpPr/>
          <p:nvPr/>
        </p:nvSpPr>
        <p:spPr>
          <a:xfrm>
            <a:off x="3575223" y="3373395"/>
            <a:ext cx="1495167" cy="432486"/>
          </a:xfrm>
          <a:custGeom>
            <a:avLst/>
            <a:gdLst>
              <a:gd name="connsiteX0" fmla="*/ 0 w 1495167"/>
              <a:gd name="connsiteY0" fmla="*/ 432486 h 432486"/>
              <a:gd name="connsiteX1" fmla="*/ 74140 w 1495167"/>
              <a:gd name="connsiteY1" fmla="*/ 383059 h 432486"/>
              <a:gd name="connsiteX2" fmla="*/ 172994 w 1495167"/>
              <a:gd name="connsiteY2" fmla="*/ 284205 h 432486"/>
              <a:gd name="connsiteX3" fmla="*/ 222421 w 1495167"/>
              <a:gd name="connsiteY3" fmla="*/ 247135 h 432486"/>
              <a:gd name="connsiteX4" fmla="*/ 271848 w 1495167"/>
              <a:gd name="connsiteY4" fmla="*/ 185351 h 432486"/>
              <a:gd name="connsiteX5" fmla="*/ 333632 w 1495167"/>
              <a:gd name="connsiteY5" fmla="*/ 160637 h 432486"/>
              <a:gd name="connsiteX6" fmla="*/ 444843 w 1495167"/>
              <a:gd name="connsiteY6" fmla="*/ 111210 h 432486"/>
              <a:gd name="connsiteX7" fmla="*/ 840259 w 1495167"/>
              <a:gd name="connsiteY7" fmla="*/ 123567 h 432486"/>
              <a:gd name="connsiteX8" fmla="*/ 939113 w 1495167"/>
              <a:gd name="connsiteY8" fmla="*/ 148281 h 432486"/>
              <a:gd name="connsiteX9" fmla="*/ 988540 w 1495167"/>
              <a:gd name="connsiteY9" fmla="*/ 172994 h 432486"/>
              <a:gd name="connsiteX10" fmla="*/ 1260389 w 1495167"/>
              <a:gd name="connsiteY10" fmla="*/ 160637 h 432486"/>
              <a:gd name="connsiteX11" fmla="*/ 1346886 w 1495167"/>
              <a:gd name="connsiteY11" fmla="*/ 111210 h 432486"/>
              <a:gd name="connsiteX12" fmla="*/ 1383956 w 1495167"/>
              <a:gd name="connsiteY12" fmla="*/ 98854 h 432486"/>
              <a:gd name="connsiteX13" fmla="*/ 1408670 w 1495167"/>
              <a:gd name="connsiteY13" fmla="*/ 61783 h 432486"/>
              <a:gd name="connsiteX14" fmla="*/ 1445740 w 1495167"/>
              <a:gd name="connsiteY14" fmla="*/ 49427 h 432486"/>
              <a:gd name="connsiteX15" fmla="*/ 1495167 w 1495167"/>
              <a:gd name="connsiteY15" fmla="*/ 0 h 43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495167" h="432486">
                <a:moveTo>
                  <a:pt x="0" y="432486"/>
                </a:moveTo>
                <a:cubicBezTo>
                  <a:pt x="24713" y="416010"/>
                  <a:pt x="51589" y="402389"/>
                  <a:pt x="74140" y="383059"/>
                </a:cubicBezTo>
                <a:cubicBezTo>
                  <a:pt x="109521" y="352732"/>
                  <a:pt x="135714" y="312165"/>
                  <a:pt x="172994" y="284205"/>
                </a:cubicBezTo>
                <a:cubicBezTo>
                  <a:pt x="189470" y="271848"/>
                  <a:pt x="207858" y="261698"/>
                  <a:pt x="222421" y="247135"/>
                </a:cubicBezTo>
                <a:cubicBezTo>
                  <a:pt x="241070" y="228486"/>
                  <a:pt x="251030" y="201543"/>
                  <a:pt x="271848" y="185351"/>
                </a:cubicBezTo>
                <a:cubicBezTo>
                  <a:pt x="289357" y="171733"/>
                  <a:pt x="313793" y="170557"/>
                  <a:pt x="333632" y="160637"/>
                </a:cubicBezTo>
                <a:cubicBezTo>
                  <a:pt x="451121" y="101892"/>
                  <a:pt x="253568" y="174969"/>
                  <a:pt x="444843" y="111210"/>
                </a:cubicBezTo>
                <a:cubicBezTo>
                  <a:pt x="576648" y="115329"/>
                  <a:pt x="708759" y="113704"/>
                  <a:pt x="840259" y="123567"/>
                </a:cubicBezTo>
                <a:cubicBezTo>
                  <a:pt x="874129" y="126107"/>
                  <a:pt x="908733" y="133091"/>
                  <a:pt x="939113" y="148281"/>
                </a:cubicBezTo>
                <a:lnTo>
                  <a:pt x="988540" y="172994"/>
                </a:lnTo>
                <a:cubicBezTo>
                  <a:pt x="1079156" y="168875"/>
                  <a:pt x="1170277" y="171034"/>
                  <a:pt x="1260389" y="160637"/>
                </a:cubicBezTo>
                <a:cubicBezTo>
                  <a:pt x="1288556" y="157387"/>
                  <a:pt x="1322340" y="123483"/>
                  <a:pt x="1346886" y="111210"/>
                </a:cubicBezTo>
                <a:cubicBezTo>
                  <a:pt x="1358536" y="105385"/>
                  <a:pt x="1371599" y="102973"/>
                  <a:pt x="1383956" y="98854"/>
                </a:cubicBezTo>
                <a:cubicBezTo>
                  <a:pt x="1392194" y="86497"/>
                  <a:pt x="1397073" y="71060"/>
                  <a:pt x="1408670" y="61783"/>
                </a:cubicBezTo>
                <a:cubicBezTo>
                  <a:pt x="1418841" y="53646"/>
                  <a:pt x="1434090" y="55252"/>
                  <a:pt x="1445740" y="49427"/>
                </a:cubicBezTo>
                <a:cubicBezTo>
                  <a:pt x="1485502" y="29546"/>
                  <a:pt x="1479251" y="31830"/>
                  <a:pt x="1495167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4C2E438-CBDF-F9EA-9D06-B896899C4297}"/>
              </a:ext>
            </a:extLst>
          </p:cNvPr>
          <p:cNvSpPr txBox="1"/>
          <p:nvPr/>
        </p:nvSpPr>
        <p:spPr>
          <a:xfrm>
            <a:off x="3657236" y="3828145"/>
            <a:ext cx="1142621" cy="7078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40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Axes</a:t>
            </a:r>
            <a:endParaRPr lang="ja-JP" altLang="en-US" sz="40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653E9B4-2D01-4C78-C7A7-B35A25BA74D6}"/>
              </a:ext>
            </a:extLst>
          </p:cNvPr>
          <p:cNvSpPr txBox="1"/>
          <p:nvPr/>
        </p:nvSpPr>
        <p:spPr>
          <a:xfrm>
            <a:off x="4660594" y="5161309"/>
            <a:ext cx="114262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axis</a:t>
            </a:r>
            <a:endParaRPr lang="ja-JP" altLang="en-US" sz="24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BFA9EF0-EF83-CC8B-B6B4-4ABECA95ABAF}"/>
              </a:ext>
            </a:extLst>
          </p:cNvPr>
          <p:cNvSpPr txBox="1"/>
          <p:nvPr/>
        </p:nvSpPr>
        <p:spPr>
          <a:xfrm>
            <a:off x="4660594" y="5722705"/>
            <a:ext cx="1142621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legend</a:t>
            </a:r>
            <a:endParaRPr lang="ja-JP" altLang="en-US" sz="24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EAC919E-D83E-3481-221D-2D559EEFF45C}"/>
              </a:ext>
            </a:extLst>
          </p:cNvPr>
          <p:cNvSpPr txBox="1"/>
          <p:nvPr/>
        </p:nvSpPr>
        <p:spPr>
          <a:xfrm>
            <a:off x="4660594" y="4612276"/>
            <a:ext cx="1142621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plot</a:t>
            </a:r>
            <a:endParaRPr lang="ja-JP" altLang="en-US" sz="24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81422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23A4FF-1F0B-D0E3-98D5-C3EC9BBB41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948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吹き出し: 四角形 2">
            <a:extLst>
              <a:ext uri="{FF2B5EF4-FFF2-40B4-BE49-F238E27FC236}">
                <a16:creationId xmlns:a16="http://schemas.microsoft.com/office/drawing/2014/main" id="{7BF25AD3-6417-4743-8DB3-E3E222DC2FFB}"/>
              </a:ext>
            </a:extLst>
          </p:cNvPr>
          <p:cNvSpPr/>
          <p:nvPr/>
        </p:nvSpPr>
        <p:spPr>
          <a:xfrm>
            <a:off x="2351584" y="85101"/>
            <a:ext cx="2952328" cy="360040"/>
          </a:xfrm>
          <a:prstGeom prst="wedgeRectCallout">
            <a:avLst>
              <a:gd name="adj1" fmla="val 39391"/>
              <a:gd name="adj2" fmla="val 104829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タイトル</a:t>
            </a:r>
          </a:p>
        </p:txBody>
      </p:sp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087984A6-46A0-4B5F-BB04-E9CDE12393B2}"/>
              </a:ext>
            </a:extLst>
          </p:cNvPr>
          <p:cNvSpPr/>
          <p:nvPr/>
        </p:nvSpPr>
        <p:spPr>
          <a:xfrm>
            <a:off x="3431704" y="6387256"/>
            <a:ext cx="1296144" cy="360040"/>
          </a:xfrm>
          <a:prstGeom prst="wedgeRectCallout">
            <a:avLst>
              <a:gd name="adj1" fmla="val 33870"/>
              <a:gd name="adj2" fmla="val -120924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x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軸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E62429A7-E858-4D8A-85DF-E5931C96162E}"/>
              </a:ext>
            </a:extLst>
          </p:cNvPr>
          <p:cNvSpPr/>
          <p:nvPr/>
        </p:nvSpPr>
        <p:spPr>
          <a:xfrm>
            <a:off x="7176120" y="4077072"/>
            <a:ext cx="2952328" cy="360040"/>
          </a:xfrm>
          <a:prstGeom prst="wedgeRectCallout">
            <a:avLst>
              <a:gd name="adj1" fmla="val 5100"/>
              <a:gd name="adj2" fmla="val 113899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外枠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(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左右上下</a:t>
            </a:r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)</a:t>
            </a:r>
            <a:endParaRPr lang="ja-JP" altLang="en-US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C44764D5-F72B-4E31-B797-8A057D6CBFA5}"/>
              </a:ext>
            </a:extLst>
          </p:cNvPr>
          <p:cNvSpPr/>
          <p:nvPr/>
        </p:nvSpPr>
        <p:spPr>
          <a:xfrm>
            <a:off x="5950851" y="108677"/>
            <a:ext cx="2952328" cy="360040"/>
          </a:xfrm>
          <a:prstGeom prst="wedgeRectCallout">
            <a:avLst>
              <a:gd name="adj1" fmla="val 25049"/>
              <a:gd name="adj2" fmla="val 207158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凡例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CB62A6BF-597D-4106-ACE4-611CF504C27E}"/>
              </a:ext>
            </a:extLst>
          </p:cNvPr>
          <p:cNvSpPr/>
          <p:nvPr/>
        </p:nvSpPr>
        <p:spPr>
          <a:xfrm>
            <a:off x="2077632" y="5157192"/>
            <a:ext cx="1116632" cy="360040"/>
          </a:xfrm>
          <a:prstGeom prst="wedgeRectCallout">
            <a:avLst>
              <a:gd name="adj1" fmla="val 95033"/>
              <a:gd name="adj2" fmla="val 48390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y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軸</a:t>
            </a:r>
          </a:p>
        </p:txBody>
      </p:sp>
    </p:spTree>
    <p:extLst>
      <p:ext uri="{BB962C8B-B14F-4D97-AF65-F5344CB8AC3E}">
        <p14:creationId xmlns:p14="http://schemas.microsoft.com/office/powerpoint/2010/main" val="175149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23A4FF-1F0B-D0E3-98D5-C3EC9BBB41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948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087984A6-46A0-4B5F-BB04-E9CDE12393B2}"/>
              </a:ext>
            </a:extLst>
          </p:cNvPr>
          <p:cNvSpPr/>
          <p:nvPr/>
        </p:nvSpPr>
        <p:spPr>
          <a:xfrm>
            <a:off x="6541620" y="4437112"/>
            <a:ext cx="2952328" cy="360040"/>
          </a:xfrm>
          <a:prstGeom prst="wedgeRectCallout">
            <a:avLst>
              <a:gd name="adj1" fmla="val 3441"/>
              <a:gd name="adj2" fmla="val 272632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副目盛ラベル</a:t>
            </a:r>
          </a:p>
        </p:txBody>
      </p:sp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E62429A7-E858-4D8A-85DF-E5931C96162E}"/>
              </a:ext>
            </a:extLst>
          </p:cNvPr>
          <p:cNvSpPr/>
          <p:nvPr/>
        </p:nvSpPr>
        <p:spPr>
          <a:xfrm>
            <a:off x="4151784" y="3525856"/>
            <a:ext cx="1728192" cy="360040"/>
          </a:xfrm>
          <a:prstGeom prst="wedgeRectCallout">
            <a:avLst>
              <a:gd name="adj1" fmla="val -49101"/>
              <a:gd name="adj2" fmla="val 152700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主目盛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5C81CD18-656C-4C94-8495-BA558B0BA46B}"/>
              </a:ext>
            </a:extLst>
          </p:cNvPr>
          <p:cNvSpPr/>
          <p:nvPr/>
        </p:nvSpPr>
        <p:spPr>
          <a:xfrm>
            <a:off x="4588784" y="1030424"/>
            <a:ext cx="2952328" cy="360040"/>
          </a:xfrm>
          <a:prstGeom prst="wedgeRectCallout">
            <a:avLst>
              <a:gd name="adj1" fmla="val -59057"/>
              <a:gd name="adj2" fmla="val 14125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副目盛</a:t>
            </a:r>
          </a:p>
        </p:txBody>
      </p:sp>
      <p:sp>
        <p:nvSpPr>
          <p:cNvPr id="11" name="吹き出し: 四角形 10">
            <a:extLst>
              <a:ext uri="{FF2B5EF4-FFF2-40B4-BE49-F238E27FC236}">
                <a16:creationId xmlns:a16="http://schemas.microsoft.com/office/drawing/2014/main" id="{FA2CCDCA-03DA-4F43-8CD7-164EBDC2B489}"/>
              </a:ext>
            </a:extLst>
          </p:cNvPr>
          <p:cNvSpPr/>
          <p:nvPr/>
        </p:nvSpPr>
        <p:spPr>
          <a:xfrm>
            <a:off x="4588784" y="1995636"/>
            <a:ext cx="1795248" cy="360040"/>
          </a:xfrm>
          <a:prstGeom prst="wedgeRectCallout">
            <a:avLst>
              <a:gd name="adj1" fmla="val -65693"/>
              <a:gd name="adj2" fmla="val -13086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主目盛ラベル</a:t>
            </a:r>
          </a:p>
        </p:txBody>
      </p:sp>
      <p:sp>
        <p:nvSpPr>
          <p:cNvPr id="7" name="吹き出し: 四角形 6">
            <a:extLst>
              <a:ext uri="{FF2B5EF4-FFF2-40B4-BE49-F238E27FC236}">
                <a16:creationId xmlns:a16="http://schemas.microsoft.com/office/drawing/2014/main" id="{14D80252-8973-428A-BB41-C5C0D9E6DD90}"/>
              </a:ext>
            </a:extLst>
          </p:cNvPr>
          <p:cNvSpPr/>
          <p:nvPr/>
        </p:nvSpPr>
        <p:spPr>
          <a:xfrm>
            <a:off x="4782421" y="4750848"/>
            <a:ext cx="2195111" cy="360040"/>
          </a:xfrm>
          <a:prstGeom prst="wedgeRectCallout">
            <a:avLst>
              <a:gd name="adj1" fmla="val 3441"/>
              <a:gd name="adj2" fmla="val 272632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x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軸ラベル</a:t>
            </a:r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CB5D6B5C-1BAE-4D12-AC31-6F0D4149FA09}"/>
              </a:ext>
            </a:extLst>
          </p:cNvPr>
          <p:cNvSpPr/>
          <p:nvPr/>
        </p:nvSpPr>
        <p:spPr>
          <a:xfrm>
            <a:off x="2622180" y="2869192"/>
            <a:ext cx="2160240" cy="360040"/>
          </a:xfrm>
          <a:prstGeom prst="wedgeRectCallout">
            <a:avLst>
              <a:gd name="adj1" fmla="val 5100"/>
              <a:gd name="adj2" fmla="val 113899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y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軸ラベル</a:t>
            </a:r>
          </a:p>
        </p:txBody>
      </p:sp>
    </p:spTree>
    <p:extLst>
      <p:ext uri="{BB962C8B-B14F-4D97-AF65-F5344CB8AC3E}">
        <p14:creationId xmlns:p14="http://schemas.microsoft.com/office/powerpoint/2010/main" val="306019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623A4FF-1F0B-D0E3-98D5-C3EC9BBB41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948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3CF4CD65-87E4-4EAA-82A4-CA158484F13D}"/>
              </a:ext>
            </a:extLst>
          </p:cNvPr>
          <p:cNvSpPr/>
          <p:nvPr/>
        </p:nvSpPr>
        <p:spPr>
          <a:xfrm>
            <a:off x="5663953" y="4516424"/>
            <a:ext cx="1261763" cy="392393"/>
          </a:xfrm>
          <a:prstGeom prst="wedgeRectCallout">
            <a:avLst>
              <a:gd name="adj1" fmla="val 24147"/>
              <a:gd name="adj2" fmla="val -76916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マーカー</a:t>
            </a: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3CF6F847-89B5-4219-A900-7A24E635690E}"/>
              </a:ext>
            </a:extLst>
          </p:cNvPr>
          <p:cNvSpPr/>
          <p:nvPr/>
        </p:nvSpPr>
        <p:spPr>
          <a:xfrm>
            <a:off x="5303913" y="1556793"/>
            <a:ext cx="1261763" cy="392393"/>
          </a:xfrm>
          <a:prstGeom prst="wedgeRectCallout">
            <a:avLst>
              <a:gd name="adj1" fmla="val 15088"/>
              <a:gd name="adj2" fmla="val 117277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線</a:t>
            </a:r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78A068DC-E4ED-41A0-B6D0-5DF3C61D3461}"/>
              </a:ext>
            </a:extLst>
          </p:cNvPr>
          <p:cNvSpPr/>
          <p:nvPr/>
        </p:nvSpPr>
        <p:spPr>
          <a:xfrm>
            <a:off x="7968209" y="2564905"/>
            <a:ext cx="1261763" cy="392393"/>
          </a:xfrm>
          <a:prstGeom prst="wedgeRectCallout">
            <a:avLst>
              <a:gd name="adj1" fmla="val -64428"/>
              <a:gd name="adj2" fmla="val -93099"/>
            </a:avLst>
          </a:prstGeom>
          <a:solidFill>
            <a:schemeClr val="accent6">
              <a:lumMod val="40000"/>
              <a:lumOff val="60000"/>
              <a:alpha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グリッド</a:t>
            </a:r>
          </a:p>
        </p:txBody>
      </p:sp>
    </p:spTree>
    <p:extLst>
      <p:ext uri="{BB962C8B-B14F-4D97-AF65-F5344CB8AC3E}">
        <p14:creationId xmlns:p14="http://schemas.microsoft.com/office/powerpoint/2010/main" val="597533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8069FE-4DE8-ABB9-41C8-C89C88651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b="1" i="0" dirty="0">
                <a:effectLst/>
                <a:highlight>
                  <a:srgbClr val="FFFFFF"/>
                </a:highlight>
                <a:latin typeface="SFMono-Regular"/>
              </a:rPr>
              <a:t>subplots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90277A5-C6B5-7D14-A1F0-5690297DA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ja-JP" b="1" i="0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matplotlib.pyplot.</a:t>
            </a:r>
            <a:r>
              <a:rPr lang="en-US" altLang="ja-JP" b="1" i="0" dirty="0" err="1">
                <a:effectLst/>
                <a:highlight>
                  <a:srgbClr val="FFFFFF"/>
                </a:highlight>
                <a:latin typeface="SFMono-Regular"/>
              </a:rPr>
              <a:t>subplots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(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333333"/>
                </a:solidFill>
                <a:highlight>
                  <a:srgbClr val="FFFFFF"/>
                </a:highlight>
                <a:latin typeface="SFMono-Regular"/>
              </a:rPr>
              <a:t>	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nrows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=1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ncols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=1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*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333333"/>
                </a:solidFill>
                <a:highlight>
                  <a:srgbClr val="FFFFFF"/>
                </a:highlight>
                <a:latin typeface="SFMono-Regular"/>
              </a:rPr>
              <a:t>	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sharex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=False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sharey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=False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333333"/>
                </a:solidFill>
                <a:highlight>
                  <a:srgbClr val="FFFFFF"/>
                </a:highlight>
                <a:latin typeface="SFMono-Regular"/>
              </a:rPr>
              <a:t>	</a:t>
            </a:r>
            <a:r>
              <a:rPr lang="en-US" altLang="ja-JP" b="1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squeeze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=True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333333"/>
                </a:solidFill>
                <a:highlight>
                  <a:srgbClr val="FFFFFF"/>
                </a:highlight>
                <a:latin typeface="SFMono-Regular"/>
              </a:rPr>
              <a:t>	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width_ratios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=None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height_ratios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=None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333333"/>
                </a:solidFill>
                <a:highlight>
                  <a:srgbClr val="FFFFFF"/>
                </a:highlight>
                <a:latin typeface="SFMono-Regular"/>
              </a:rPr>
              <a:t>	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subplot_kw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=None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333333"/>
                </a:solidFill>
                <a:highlight>
                  <a:srgbClr val="FFFFFF"/>
                </a:highlight>
                <a:latin typeface="SFMono-Regular"/>
              </a:rPr>
              <a:t>	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gridspec_kw</a:t>
            </a: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=None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, </a:t>
            </a:r>
          </a:p>
          <a:p>
            <a:pPr marL="0" indent="0">
              <a:buNone/>
            </a:pPr>
            <a:r>
              <a:rPr lang="en-US" altLang="ja-JP" b="0" i="1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	**</a:t>
            </a:r>
            <a:r>
              <a:rPr lang="en-US" altLang="ja-JP" b="1" i="1" dirty="0" err="1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fig_kw</a:t>
            </a:r>
            <a:r>
              <a:rPr lang="en-US" altLang="ja-JP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SFMono-Regular"/>
              </a:rPr>
              <a:t>)</a:t>
            </a:r>
          </a:p>
          <a:p>
            <a:pPr marL="0" indent="0">
              <a:buNone/>
            </a:pPr>
            <a:r>
              <a:rPr kumimoji="1" lang="en-US" altLang="ja-JP" dirty="0"/>
              <a:t>※ **</a:t>
            </a:r>
            <a:r>
              <a:rPr kumimoji="1" lang="en-US" altLang="ja-JP" dirty="0" err="1"/>
              <a:t>fig_kw</a:t>
            </a:r>
            <a:r>
              <a:rPr kumimoji="1" lang="ja-JP" altLang="en-US" dirty="0"/>
              <a:t>： </a:t>
            </a:r>
            <a:r>
              <a:rPr kumimoji="1" lang="en-US" altLang="ja-JP" dirty="0"/>
              <a:t>All additional keyword arguments are passed to the </a:t>
            </a:r>
            <a:r>
              <a:rPr kumimoji="1" lang="en-US" altLang="ja-JP" dirty="0" err="1"/>
              <a:t>pyplot.figure</a:t>
            </a:r>
            <a:r>
              <a:rPr kumimoji="1" lang="en-US" altLang="ja-JP" dirty="0"/>
              <a:t> call.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9939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62EE20-822C-4C0F-9320-87DA75EA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グラフの種類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F440982-1DC4-4353-8F1A-AD7CE2012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2102874"/>
            <a:ext cx="4752528" cy="2621092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D26B848-96DF-4691-B027-AED389D02E2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95" b="80512"/>
          <a:stretch/>
        </p:blipFill>
        <p:spPr>
          <a:xfrm>
            <a:off x="2207568" y="4725144"/>
            <a:ext cx="4752528" cy="86409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E353DB-91CC-43C4-B015-FB6EF85A8CE8}"/>
              </a:ext>
            </a:extLst>
          </p:cNvPr>
          <p:cNvSpPr txBox="1"/>
          <p:nvPr/>
        </p:nvSpPr>
        <p:spPr>
          <a:xfrm>
            <a:off x="7248128" y="224689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散布図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1EAA89E-E74A-473D-8879-74983B997C36}"/>
              </a:ext>
            </a:extLst>
          </p:cNvPr>
          <p:cNvSpPr txBox="1"/>
          <p:nvPr/>
        </p:nvSpPr>
        <p:spPr>
          <a:xfrm>
            <a:off x="7248128" y="3228754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棒グラフ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A201D03-826C-4BEC-A7CA-FD5E65CB18C2}"/>
              </a:ext>
            </a:extLst>
          </p:cNvPr>
          <p:cNvSpPr txBox="1"/>
          <p:nvPr/>
        </p:nvSpPr>
        <p:spPr>
          <a:xfrm>
            <a:off x="7248128" y="4100266"/>
            <a:ext cx="2736304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ヒートマップ</a:t>
            </a:r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(</a:t>
            </a:r>
            <a:r>
              <a:rPr lang="ja-JP" altLang="en-US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色で値を表す</a:t>
            </a:r>
            <a:r>
              <a:rPr lang="en-US" altLang="ja-JP" sz="1600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)</a:t>
            </a:r>
            <a:endParaRPr lang="ja-JP" altLang="en-US" sz="1600" dirty="0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2AE75A2-7203-4C06-9636-C73E458CAD40}"/>
              </a:ext>
            </a:extLst>
          </p:cNvPr>
          <p:cNvSpPr txBox="1"/>
          <p:nvPr/>
        </p:nvSpPr>
        <p:spPr>
          <a:xfrm>
            <a:off x="7247283" y="4944004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等高線</a:t>
            </a:r>
          </a:p>
        </p:txBody>
      </p:sp>
    </p:spTree>
    <p:extLst>
      <p:ext uri="{BB962C8B-B14F-4D97-AF65-F5344CB8AC3E}">
        <p14:creationId xmlns:p14="http://schemas.microsoft.com/office/powerpoint/2010/main" val="181943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62EE20-822C-4C0F-9320-87DA75EA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グラフの種類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D26B848-96DF-4691-B027-AED389D02E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183"/>
          <a:stretch/>
        </p:blipFill>
        <p:spPr>
          <a:xfrm>
            <a:off x="1847528" y="2399343"/>
            <a:ext cx="4839376" cy="353905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4D96FF-4782-44B1-A3AC-C58894BC8318}"/>
              </a:ext>
            </a:extLst>
          </p:cNvPr>
          <p:cNvSpPr txBox="1"/>
          <p:nvPr/>
        </p:nvSpPr>
        <p:spPr>
          <a:xfrm>
            <a:off x="7248128" y="2615366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円グラフ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A74978B-3DEA-495C-B5CA-8A3F9681CA4B}"/>
              </a:ext>
            </a:extLst>
          </p:cNvPr>
          <p:cNvSpPr txBox="1"/>
          <p:nvPr/>
        </p:nvSpPr>
        <p:spPr>
          <a:xfrm>
            <a:off x="7248128" y="359723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ヒストグラム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71E412-09BF-4444-91F2-2DD4D5F334DB}"/>
              </a:ext>
            </a:extLst>
          </p:cNvPr>
          <p:cNvSpPr txBox="1"/>
          <p:nvPr/>
        </p:nvSpPr>
        <p:spPr>
          <a:xfrm>
            <a:off x="7248128" y="4468742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誤差棒グラフ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21647CD-8DD8-4216-AC47-018949568543}"/>
              </a:ext>
            </a:extLst>
          </p:cNvPr>
          <p:cNvSpPr txBox="1"/>
          <p:nvPr/>
        </p:nvSpPr>
        <p:spPr>
          <a:xfrm>
            <a:off x="7247283" y="531248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箱</a:t>
            </a:r>
            <a:r>
              <a:rPr lang="ja-JP" altLang="en-US" dirty="0" err="1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ひげ</a:t>
            </a:r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図</a:t>
            </a:r>
          </a:p>
        </p:txBody>
      </p:sp>
    </p:spTree>
    <p:extLst>
      <p:ext uri="{BB962C8B-B14F-4D97-AF65-F5344CB8AC3E}">
        <p14:creationId xmlns:p14="http://schemas.microsoft.com/office/powerpoint/2010/main" val="151682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35143-A65D-4F62-841C-C15F34BE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Tweak(</a:t>
            </a:r>
            <a:r>
              <a:rPr lang="ja-JP" altLang="en-US" dirty="0"/>
              <a:t>微調整する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4D09604-1CFD-40B7-9414-CD94E6C55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145" y="2324238"/>
            <a:ext cx="4675062" cy="348102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5F2CA9-1301-4F8D-97D4-991544A9CC22}"/>
              </a:ext>
            </a:extLst>
          </p:cNvPr>
          <p:cNvSpPr txBox="1"/>
          <p:nvPr/>
        </p:nvSpPr>
        <p:spPr>
          <a:xfrm>
            <a:off x="7248128" y="2615366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線の色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0D8FA5-2E4E-43C0-A9D8-81FA4715DC15}"/>
              </a:ext>
            </a:extLst>
          </p:cNvPr>
          <p:cNvSpPr txBox="1"/>
          <p:nvPr/>
        </p:nvSpPr>
        <p:spPr>
          <a:xfrm>
            <a:off x="7248128" y="359723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線のスタイル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78717D9-244F-464D-9F29-F8B61F6816B0}"/>
              </a:ext>
            </a:extLst>
          </p:cNvPr>
          <p:cNvSpPr txBox="1"/>
          <p:nvPr/>
        </p:nvSpPr>
        <p:spPr>
          <a:xfrm>
            <a:off x="7248128" y="4468742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線の太さ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B37BE66-0F36-453E-8839-16667AB545FC}"/>
              </a:ext>
            </a:extLst>
          </p:cNvPr>
          <p:cNvSpPr txBox="1"/>
          <p:nvPr/>
        </p:nvSpPr>
        <p:spPr>
          <a:xfrm>
            <a:off x="7247283" y="531248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マーカー</a:t>
            </a:r>
          </a:p>
        </p:txBody>
      </p:sp>
    </p:spTree>
    <p:extLst>
      <p:ext uri="{BB962C8B-B14F-4D97-AF65-F5344CB8AC3E}">
        <p14:creationId xmlns:p14="http://schemas.microsoft.com/office/powerpoint/2010/main" val="182800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35143-A65D-4F62-841C-C15F34BE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Organize(</a:t>
            </a:r>
            <a:r>
              <a:rPr lang="ja-JP" altLang="en-US" dirty="0"/>
              <a:t>整理する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5F2CA9-1301-4F8D-97D4-991544A9CC22}"/>
              </a:ext>
            </a:extLst>
          </p:cNvPr>
          <p:cNvSpPr txBox="1"/>
          <p:nvPr/>
        </p:nvSpPr>
        <p:spPr>
          <a:xfrm>
            <a:off x="7248128" y="2615366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重ねる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0D8FA5-2E4E-43C0-A9D8-81FA4715DC15}"/>
              </a:ext>
            </a:extLst>
          </p:cNvPr>
          <p:cNvSpPr txBox="1"/>
          <p:nvPr/>
        </p:nvSpPr>
        <p:spPr>
          <a:xfrm>
            <a:off x="7248128" y="359723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縦に並べる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78717D9-244F-464D-9F29-F8B61F6816B0}"/>
              </a:ext>
            </a:extLst>
          </p:cNvPr>
          <p:cNvSpPr txBox="1"/>
          <p:nvPr/>
        </p:nvSpPr>
        <p:spPr>
          <a:xfrm>
            <a:off x="7248128" y="4468742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横に並べる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D38FE9C-D42B-4A19-A54C-927B560D6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1" y="2420889"/>
            <a:ext cx="4814321" cy="268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98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35143-A65D-4F62-841C-C15F34BE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ラベル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5F2CA9-1301-4F8D-97D4-991544A9CC22}"/>
              </a:ext>
            </a:extLst>
          </p:cNvPr>
          <p:cNvSpPr txBox="1"/>
          <p:nvPr/>
        </p:nvSpPr>
        <p:spPr>
          <a:xfrm>
            <a:off x="7248128" y="2792142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0D8FA5-2E4E-43C0-A9D8-81FA4715DC15}"/>
              </a:ext>
            </a:extLst>
          </p:cNvPr>
          <p:cNvSpPr txBox="1"/>
          <p:nvPr/>
        </p:nvSpPr>
        <p:spPr>
          <a:xfrm>
            <a:off x="7248128" y="3597230"/>
            <a:ext cx="273630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ja-JP" altLang="en-US" dirty="0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t>軸ラベル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263DA08-C7DE-410D-B5C2-C6B01E835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2449849"/>
            <a:ext cx="5247610" cy="194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3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856BFA-DFBB-4383-AA05-505FCA1F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一次関数と平方根のグラフ描画手順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26B64C-9D00-4B47-B965-55CBC4D55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ja-JP" dirty="0"/>
              <a:t>(1) </a:t>
            </a:r>
            <a:r>
              <a:rPr lang="ja-JP" altLang="en-US" dirty="0"/>
              <a:t>データ作成</a:t>
            </a:r>
          </a:p>
          <a:p>
            <a:pPr marL="0" indent="0">
              <a:buNone/>
            </a:pPr>
            <a:r>
              <a:rPr lang="en-US" altLang="ja-JP" dirty="0"/>
              <a:t>(2) </a:t>
            </a:r>
            <a:r>
              <a:rPr lang="ja-JP" altLang="en-US" dirty="0"/>
              <a:t>領域の作成</a:t>
            </a:r>
          </a:p>
          <a:p>
            <a:pPr marL="0" indent="0">
              <a:buNone/>
            </a:pPr>
            <a:r>
              <a:rPr lang="en-US" altLang="ja-JP" dirty="0"/>
              <a:t>(3) </a:t>
            </a:r>
            <a:r>
              <a:rPr lang="ja-JP" altLang="en-US" dirty="0"/>
              <a:t>描画範囲の指定，</a:t>
            </a:r>
            <a:r>
              <a:rPr lang="en-US" altLang="ja-JP" dirty="0"/>
              <a:t> </a:t>
            </a:r>
            <a:r>
              <a:rPr lang="ja-JP" altLang="en-US" dirty="0"/>
              <a:t>縦横比</a:t>
            </a:r>
            <a:r>
              <a:rPr lang="en-US" altLang="ja-JP" dirty="0"/>
              <a:t>1:1</a:t>
            </a:r>
            <a:endParaRPr lang="ja-JP" altLang="en-US" dirty="0"/>
          </a:p>
          <a:p>
            <a:pPr marL="0" indent="0">
              <a:buNone/>
            </a:pPr>
            <a:r>
              <a:rPr lang="en-US" altLang="ja-JP" dirty="0"/>
              <a:t>(4) </a:t>
            </a:r>
            <a:r>
              <a:rPr lang="ja-JP" altLang="en-US" dirty="0"/>
              <a:t>軸</a:t>
            </a:r>
          </a:p>
          <a:p>
            <a:pPr marL="0" indent="0">
              <a:buNone/>
            </a:pPr>
            <a:r>
              <a:rPr lang="en-US" altLang="ja-JP" dirty="0"/>
              <a:t>(5) </a:t>
            </a:r>
            <a:r>
              <a:rPr lang="ja-JP" altLang="en-US" dirty="0"/>
              <a:t>目盛り 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(6) </a:t>
            </a:r>
            <a:r>
              <a:rPr lang="ja-JP" altLang="en-US" dirty="0"/>
              <a:t>グリッド（破線）</a:t>
            </a:r>
          </a:p>
          <a:p>
            <a:pPr marL="0" indent="0">
              <a:buNone/>
            </a:pPr>
            <a:r>
              <a:rPr lang="en-US" altLang="ja-JP" dirty="0"/>
              <a:t>(7) </a:t>
            </a:r>
            <a:r>
              <a:rPr lang="ja-JP" altLang="en-US" dirty="0"/>
              <a:t>箱</a:t>
            </a:r>
            <a:r>
              <a:rPr lang="ja-JP" altLang="en-US" dirty="0" err="1"/>
              <a:t>ひげ</a:t>
            </a:r>
            <a:r>
              <a:rPr lang="ja-JP" altLang="en-US" dirty="0"/>
              <a:t>図描画（色分け＋ラベル）</a:t>
            </a:r>
          </a:p>
          <a:p>
            <a:pPr marL="0" indent="0">
              <a:buNone/>
            </a:pPr>
            <a:r>
              <a:rPr lang="en-US" altLang="ja-JP" dirty="0"/>
              <a:t>(8) </a:t>
            </a:r>
            <a:r>
              <a:rPr lang="ja-JP" altLang="en-US" dirty="0"/>
              <a:t>レジェンド</a:t>
            </a:r>
          </a:p>
          <a:p>
            <a:pPr marL="0" indent="0">
              <a:buNone/>
            </a:pPr>
            <a:r>
              <a:rPr lang="en-US" altLang="ja-JP" dirty="0"/>
              <a:t>(9) </a:t>
            </a:r>
            <a:r>
              <a:rPr lang="ja-JP" altLang="en-US" dirty="0"/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14846609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856BFA-DFBB-4383-AA05-505FCA1F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ヒストグラム描画手順</a:t>
            </a:r>
            <a:r>
              <a:rPr kumimoji="1" lang="en-US" altLang="ja-JP" dirty="0"/>
              <a:t>(</a:t>
            </a:r>
            <a:r>
              <a:rPr kumimoji="1" lang="ja-JP" altLang="en-US" dirty="0"/>
              <a:t>飛ばしてもよい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26B64C-9D00-4B47-B965-55CBC4D55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ja-JP" dirty="0"/>
              <a:t>(1) </a:t>
            </a:r>
            <a:r>
              <a:rPr lang="ja-JP" altLang="en-US" dirty="0"/>
              <a:t>データ作成，</a:t>
            </a:r>
            <a:r>
              <a:rPr lang="ja-JP" altLang="en-US" dirty="0">
                <a:solidFill>
                  <a:srgbClr val="FF0000"/>
                </a:solidFill>
              </a:rPr>
              <a:t>ビン</a:t>
            </a:r>
            <a:r>
              <a:rPr lang="en-US" altLang="ja-JP" dirty="0">
                <a:solidFill>
                  <a:srgbClr val="FF0000"/>
                </a:solidFill>
              </a:rPr>
              <a:t>(</a:t>
            </a:r>
            <a:r>
              <a:rPr lang="ja-JP" altLang="en-US" dirty="0">
                <a:solidFill>
                  <a:srgbClr val="FF0000"/>
                </a:solidFill>
              </a:rPr>
              <a:t>区間</a:t>
            </a:r>
            <a:r>
              <a:rPr lang="en-US" altLang="ja-JP" dirty="0">
                <a:solidFill>
                  <a:srgbClr val="FF0000"/>
                </a:solidFill>
              </a:rPr>
              <a:t>)</a:t>
            </a:r>
            <a:r>
              <a:rPr lang="ja-JP" altLang="en-US" dirty="0">
                <a:solidFill>
                  <a:srgbClr val="FF0000"/>
                </a:solidFill>
              </a:rPr>
              <a:t>の境界作成</a:t>
            </a:r>
          </a:p>
          <a:p>
            <a:pPr marL="0" indent="0">
              <a:buNone/>
            </a:pPr>
            <a:r>
              <a:rPr lang="en-US" altLang="ja-JP" dirty="0"/>
              <a:t>(2) </a:t>
            </a:r>
            <a:r>
              <a:rPr lang="ja-JP" altLang="en-US" dirty="0"/>
              <a:t>領域の作成</a:t>
            </a:r>
          </a:p>
          <a:p>
            <a:pPr marL="0" indent="0">
              <a:buNone/>
            </a:pPr>
            <a:r>
              <a:rPr lang="en-US" altLang="ja-JP" strike="sngStrike" dirty="0"/>
              <a:t>(3) </a:t>
            </a:r>
            <a:r>
              <a:rPr lang="ja-JP" altLang="en-US" strike="sngStrike" dirty="0"/>
              <a:t>描画範囲の指定，</a:t>
            </a:r>
            <a:r>
              <a:rPr lang="en-US" altLang="ja-JP" strike="sngStrike" dirty="0"/>
              <a:t> </a:t>
            </a:r>
            <a:r>
              <a:rPr lang="ja-JP" altLang="en-US" strike="sngStrike" dirty="0"/>
              <a:t>縦横比</a:t>
            </a:r>
            <a:r>
              <a:rPr lang="en-US" altLang="ja-JP" strike="sngStrike" dirty="0"/>
              <a:t>1:1</a:t>
            </a:r>
            <a:endParaRPr lang="ja-JP" altLang="en-US" strike="sngStrike" dirty="0"/>
          </a:p>
          <a:p>
            <a:pPr marL="0" indent="0">
              <a:buNone/>
            </a:pPr>
            <a:r>
              <a:rPr lang="en-US" altLang="ja-JP" dirty="0"/>
              <a:t>(4) </a:t>
            </a:r>
            <a:r>
              <a:rPr lang="ja-JP" altLang="en-US" dirty="0"/>
              <a:t>軸を描く</a:t>
            </a:r>
          </a:p>
          <a:p>
            <a:pPr marL="0" indent="0">
              <a:buNone/>
            </a:pPr>
            <a:r>
              <a:rPr lang="en-US" altLang="ja-JP" dirty="0"/>
              <a:t>(5) </a:t>
            </a:r>
            <a:r>
              <a:rPr lang="ja-JP" altLang="en-US" dirty="0"/>
              <a:t>目盛り 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(6) </a:t>
            </a:r>
            <a:r>
              <a:rPr lang="ja-JP" altLang="en-US" dirty="0"/>
              <a:t>グリッド（破線）</a:t>
            </a:r>
          </a:p>
          <a:p>
            <a:pPr marL="0" indent="0">
              <a:buNone/>
            </a:pPr>
            <a:r>
              <a:rPr lang="en-US" altLang="ja-JP" dirty="0"/>
              <a:t>(7) </a:t>
            </a:r>
            <a:r>
              <a:rPr lang="ja-JP" altLang="en-US" dirty="0"/>
              <a:t>グラフ描画（色分け＋ラベル）</a:t>
            </a:r>
          </a:p>
          <a:p>
            <a:pPr marL="0" indent="0">
              <a:buNone/>
            </a:pPr>
            <a:r>
              <a:rPr lang="en-US" altLang="ja-JP" dirty="0"/>
              <a:t>(8) </a:t>
            </a:r>
            <a:r>
              <a:rPr lang="ja-JP" altLang="en-US" dirty="0"/>
              <a:t>タイトル，レジェンド</a:t>
            </a:r>
          </a:p>
          <a:p>
            <a:pPr marL="0" indent="0">
              <a:buNone/>
            </a:pPr>
            <a:r>
              <a:rPr lang="en-US" altLang="ja-JP" dirty="0"/>
              <a:t>(9) </a:t>
            </a:r>
            <a:r>
              <a:rPr lang="ja-JP" altLang="en-US" dirty="0"/>
              <a:t>表示</a:t>
            </a:r>
          </a:p>
        </p:txBody>
      </p:sp>
    </p:spTree>
    <p:extLst>
      <p:ext uri="{BB962C8B-B14F-4D97-AF65-F5344CB8AC3E}">
        <p14:creationId xmlns:p14="http://schemas.microsoft.com/office/powerpoint/2010/main" val="8907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F0E9B6-FD08-4AB6-98B0-C8B8C24D0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箱</a:t>
            </a:r>
            <a:r>
              <a:rPr kumimoji="1" lang="ja-JP" altLang="en-US" dirty="0" err="1"/>
              <a:t>ひげ</a:t>
            </a:r>
            <a:r>
              <a:rPr kumimoji="1" lang="ja-JP" altLang="en-US" dirty="0"/>
              <a:t>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906F56-BEA3-4080-AC79-415D47C33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b="1" dirty="0"/>
              <a:t>箱</a:t>
            </a:r>
            <a:r>
              <a:rPr lang="ja-JP" altLang="en-US" b="1" dirty="0" err="1"/>
              <a:t>ひげ</a:t>
            </a:r>
            <a:r>
              <a:rPr lang="ja-JP" altLang="en-US" b="1" dirty="0"/>
              <a:t>図</a:t>
            </a:r>
            <a:r>
              <a:rPr lang="ja-JP" altLang="en-US" dirty="0"/>
              <a:t>（はこひげず、箱髭図、</a:t>
            </a:r>
            <a:r>
              <a:rPr lang="ja-JP" altLang="en-US" dirty="0">
                <a:hlinkClick r:id="rId2" tooltip="英語"/>
              </a:rPr>
              <a:t>英</a:t>
            </a:r>
            <a:r>
              <a:rPr lang="en-US" altLang="ja-JP" dirty="0"/>
              <a:t>: box plot</a:t>
            </a:r>
            <a:r>
              <a:rPr lang="ja-JP" altLang="en-US" dirty="0" err="1"/>
              <a:t>、</a:t>
            </a:r>
            <a:r>
              <a:rPr lang="en-US" altLang="ja-JP" dirty="0"/>
              <a:t>box-and-whisker plot</a:t>
            </a:r>
            <a:r>
              <a:rPr lang="ja-JP" altLang="en-US" dirty="0"/>
              <a:t>）は、データの</a:t>
            </a:r>
            <a:r>
              <a:rPr lang="ja-JP" altLang="en-US" dirty="0">
                <a:hlinkClick r:id="rId3" tooltip="統計的ばらつき"/>
              </a:rPr>
              <a:t>統計的ばらつき</a:t>
            </a:r>
            <a:r>
              <a:rPr lang="ja-JP" altLang="en-US" dirty="0"/>
              <a:t>をわかりやすく表現するための</a:t>
            </a:r>
            <a:r>
              <a:rPr lang="ja-JP" altLang="en-US" dirty="0">
                <a:hlinkClick r:id="rId4" tooltip="統計"/>
              </a:rPr>
              <a:t>統計</a:t>
            </a:r>
            <a:r>
              <a:rPr lang="ja-JP" altLang="en-US" dirty="0"/>
              <a:t>図である。</a:t>
            </a:r>
            <a:endParaRPr lang="en-US" altLang="ja-JP" dirty="0"/>
          </a:p>
          <a:p>
            <a:r>
              <a:rPr lang="ja-JP" altLang="en-US" dirty="0"/>
              <a:t>五数要約（</a:t>
            </a:r>
            <a:r>
              <a:rPr lang="en-US" altLang="ja-JP" dirty="0"/>
              <a:t>five-number summary</a:t>
            </a:r>
            <a:r>
              <a:rPr lang="ja-JP" altLang="en-US" dirty="0"/>
              <a:t>）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最小値：最も小さい値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第</a:t>
            </a:r>
            <a:r>
              <a:rPr lang="en-US" altLang="ja-JP" dirty="0"/>
              <a:t>1</a:t>
            </a:r>
            <a:r>
              <a:rPr lang="ja-JP" altLang="en-US" dirty="0"/>
              <a:t>四分位数（</a:t>
            </a:r>
            <a:r>
              <a:rPr lang="en-US" altLang="ja-JP" dirty="0"/>
              <a:t>Q1</a:t>
            </a:r>
            <a:r>
              <a:rPr lang="ja-JP" altLang="en-US" dirty="0"/>
              <a:t>）：下位</a:t>
            </a:r>
            <a:r>
              <a:rPr lang="en-US" altLang="ja-JP" dirty="0"/>
              <a:t>25</a:t>
            </a:r>
            <a:r>
              <a:rPr lang="ja-JP" altLang="en-US" dirty="0"/>
              <a:t>％の位置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中央値（</a:t>
            </a:r>
            <a:r>
              <a:rPr lang="en-US" altLang="ja-JP" dirty="0"/>
              <a:t>Q2</a:t>
            </a:r>
            <a:r>
              <a:rPr lang="ja-JP" altLang="en-US" dirty="0"/>
              <a:t>）：真ん中の値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四分位数（</a:t>
            </a:r>
            <a:r>
              <a:rPr lang="en-US" altLang="ja-JP" dirty="0"/>
              <a:t>Q3</a:t>
            </a:r>
            <a:r>
              <a:rPr lang="ja-JP" altLang="en-US" dirty="0"/>
              <a:t>）：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</a:t>
            </a:r>
            <a:r>
              <a:rPr lang="ja-JP" altLang="en-US" dirty="0"/>
              <a:t>下位</a:t>
            </a:r>
            <a:r>
              <a:rPr lang="en-US" altLang="ja-JP" dirty="0"/>
              <a:t>75</a:t>
            </a:r>
            <a:r>
              <a:rPr lang="ja-JP" altLang="en-US" dirty="0"/>
              <a:t>％の位置最大値：最も大きい値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ウィキペディアより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1502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EDBD6D-5184-482B-B4DF-29266F7AD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56EF84-6973-4FBD-BE06-D168D4989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r>
              <a:rPr kumimoji="1" lang="ja-JP" altLang="en-US" dirty="0"/>
              <a:t>回の試験結果を表わす箱</a:t>
            </a:r>
            <a:r>
              <a:rPr kumimoji="1" lang="ja-JP" altLang="en-US" dirty="0" err="1"/>
              <a:t>ひげ</a:t>
            </a:r>
            <a:r>
              <a:rPr kumimoji="1" lang="ja-JP" altLang="en-US" dirty="0"/>
              <a:t>図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D6A3BBB-E38C-47EE-A1AE-AEAF8E9B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106" y="2261897"/>
            <a:ext cx="7173326" cy="4163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80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006199-2A08-4645-870A-8A043BD4F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箱</a:t>
            </a:r>
            <a:r>
              <a:rPr kumimoji="1" lang="ja-JP" altLang="en-US" dirty="0" err="1"/>
              <a:t>ひげ</a:t>
            </a:r>
            <a:r>
              <a:rPr kumimoji="1" lang="ja-JP" altLang="en-US" dirty="0"/>
              <a:t>図の描画手順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AF6A5A-D568-475E-A048-326BE9C44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AutoNum type="arabicParenBoth"/>
            </a:pPr>
            <a:r>
              <a:rPr lang="ja-JP" altLang="en-US" dirty="0"/>
              <a:t>データ読み込み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(2) </a:t>
            </a:r>
            <a:r>
              <a:rPr lang="ja-JP" altLang="en-US" dirty="0"/>
              <a:t>領域の作成</a:t>
            </a:r>
          </a:p>
          <a:p>
            <a:pPr marL="0" indent="0">
              <a:buNone/>
            </a:pPr>
            <a:r>
              <a:rPr lang="en-US" altLang="ja-JP" strike="sngStrike" dirty="0"/>
              <a:t>(3) </a:t>
            </a:r>
            <a:r>
              <a:rPr lang="ja-JP" altLang="en-US" strike="sngStrike" dirty="0"/>
              <a:t>描画範囲の指定，</a:t>
            </a:r>
            <a:r>
              <a:rPr lang="en-US" altLang="ja-JP" strike="sngStrike" dirty="0"/>
              <a:t> </a:t>
            </a:r>
            <a:r>
              <a:rPr lang="ja-JP" altLang="en-US" strike="sngStrike" dirty="0"/>
              <a:t>縦横比</a:t>
            </a:r>
            <a:r>
              <a:rPr lang="en-US" altLang="ja-JP" strike="sngStrike" dirty="0"/>
              <a:t>1:1</a:t>
            </a:r>
            <a:endParaRPr lang="ja-JP" altLang="en-US" dirty="0"/>
          </a:p>
          <a:p>
            <a:pPr marL="0" indent="0">
              <a:buNone/>
            </a:pPr>
            <a:r>
              <a:rPr lang="en-US" altLang="ja-JP" dirty="0"/>
              <a:t>(4) </a:t>
            </a:r>
            <a:r>
              <a:rPr lang="ja-JP" altLang="en-US" dirty="0"/>
              <a:t>軸を描く</a:t>
            </a:r>
          </a:p>
          <a:p>
            <a:pPr marL="0" indent="0">
              <a:buNone/>
            </a:pPr>
            <a:r>
              <a:rPr lang="en-US" altLang="ja-JP" dirty="0"/>
              <a:t>(5) </a:t>
            </a:r>
            <a:r>
              <a:rPr lang="ja-JP" altLang="en-US" dirty="0"/>
              <a:t>目盛り 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(6) </a:t>
            </a:r>
            <a:r>
              <a:rPr lang="ja-JP" altLang="en-US" dirty="0"/>
              <a:t>グリッド（破線）</a:t>
            </a:r>
          </a:p>
          <a:p>
            <a:pPr marL="0" indent="0">
              <a:buNone/>
            </a:pPr>
            <a:r>
              <a:rPr lang="en-US" altLang="ja-JP" dirty="0"/>
              <a:t>(7) </a:t>
            </a:r>
            <a:r>
              <a:rPr lang="ja-JP" altLang="en-US" dirty="0"/>
              <a:t>グラフ描画（色分け＋ラベル）</a:t>
            </a:r>
          </a:p>
          <a:p>
            <a:pPr marL="0" indent="0">
              <a:buNone/>
            </a:pPr>
            <a:r>
              <a:rPr lang="en-US" altLang="ja-JP" dirty="0"/>
              <a:t>(8) </a:t>
            </a:r>
            <a:r>
              <a:rPr lang="ja-JP" altLang="en-US" dirty="0"/>
              <a:t>タイトル，レジェンド</a:t>
            </a:r>
          </a:p>
          <a:p>
            <a:pPr marL="0" indent="0">
              <a:buNone/>
            </a:pPr>
            <a:r>
              <a:rPr lang="en-US" altLang="ja-JP" dirty="0"/>
              <a:t>(9) </a:t>
            </a:r>
            <a:r>
              <a:rPr lang="ja-JP" altLang="en-US" dirty="0"/>
              <a:t>表示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34458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E97DA3-12AF-4611-BE31-F06DB15D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ja-JP" b="1" dirty="0"/>
              <a:t>探求問題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B43578-7289-409C-9FB4-FE5C711E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あるテストの得点について、</a:t>
            </a:r>
            <a:r>
              <a:rPr lang="en-US" altLang="ja-JP" dirty="0"/>
              <a:t>A</a:t>
            </a:r>
            <a:r>
              <a:rPr lang="ja-JP" altLang="en-US" dirty="0"/>
              <a:t>群と</a:t>
            </a:r>
            <a:r>
              <a:rPr lang="en-US" altLang="ja-JP" dirty="0"/>
              <a:t>B</a:t>
            </a:r>
            <a:r>
              <a:rPr lang="ja-JP" altLang="en-US" dirty="0"/>
              <a:t>群からそれぞれ</a:t>
            </a:r>
            <a:r>
              <a:rPr lang="en-US" altLang="ja-JP" dirty="0"/>
              <a:t>10</a:t>
            </a:r>
            <a:r>
              <a:rPr lang="ja-JP" altLang="en-US" dirty="0"/>
              <a:t>人ずつを無作為に抽出した。</a:t>
            </a:r>
            <a:endParaRPr lang="en-US" altLang="ja-JP" dirty="0"/>
          </a:p>
          <a:p>
            <a:pPr marL="0" indent="0">
              <a:buNone/>
            </a:pPr>
            <a:endParaRPr lang="ja-JP" altLang="en-US" dirty="0"/>
          </a:p>
          <a:p>
            <a:pPr marL="0" indent="0">
              <a:buNone/>
            </a:pPr>
            <a:r>
              <a:rPr lang="en-US" altLang="ja-JP" dirty="0"/>
              <a:t>A</a:t>
            </a:r>
            <a:r>
              <a:rPr lang="ja-JP" altLang="en-US" dirty="0"/>
              <a:t>群の得点： </a:t>
            </a:r>
            <a:r>
              <a:rPr lang="en-US" altLang="ja-JP" dirty="0"/>
              <a:t>42, 45, 48, 50, 52, 55, 58, 60, 62, 65</a:t>
            </a:r>
          </a:p>
          <a:p>
            <a:pPr marL="0" indent="0">
              <a:buNone/>
            </a:pPr>
            <a:r>
              <a:rPr lang="en-US" altLang="ja-JP" dirty="0"/>
              <a:t>B</a:t>
            </a:r>
            <a:r>
              <a:rPr lang="ja-JP" altLang="en-US" dirty="0"/>
              <a:t>群の得点： </a:t>
            </a:r>
            <a:r>
              <a:rPr lang="en-US" altLang="ja-JP" dirty="0"/>
              <a:t>48, 52, 55, 60, 65, 70, 75, 80, 85, 90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81619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71D09-1FE8-4600-AD58-AC219060B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45053F-0F87-44A2-BA46-8F8B16F50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dirty="0"/>
              <a:t>問</a:t>
            </a:r>
            <a:r>
              <a:rPr lang="en-US" altLang="ja-JP" dirty="0"/>
              <a:t>1 A</a:t>
            </a:r>
            <a:r>
              <a:rPr lang="ja-JP" altLang="ja-JP" dirty="0"/>
              <a:t>群、</a:t>
            </a:r>
            <a:r>
              <a:rPr lang="en-US" altLang="ja-JP" dirty="0"/>
              <a:t>B</a:t>
            </a:r>
            <a:r>
              <a:rPr lang="ja-JP" altLang="ja-JP" dirty="0"/>
              <a:t>群それぞれについて，以下の値を求めなさい．</a:t>
            </a:r>
          </a:p>
          <a:p>
            <a:pPr marL="0" indent="0">
              <a:buNone/>
            </a:pPr>
            <a:r>
              <a:rPr lang="en-US" altLang="ja-JP" dirty="0"/>
              <a:t> 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(a) </a:t>
            </a:r>
            <a:r>
              <a:rPr lang="ja-JP" altLang="ja-JP" dirty="0"/>
              <a:t>最小値</a:t>
            </a:r>
          </a:p>
          <a:p>
            <a:pPr marL="0" indent="0">
              <a:buNone/>
            </a:pPr>
            <a:r>
              <a:rPr lang="en-US" altLang="ja-JP" dirty="0"/>
              <a:t>(b) </a:t>
            </a:r>
            <a:r>
              <a:rPr lang="ja-JP" altLang="ja-JP" dirty="0"/>
              <a:t>第</a:t>
            </a:r>
            <a:r>
              <a:rPr lang="en-US" altLang="ja-JP" dirty="0"/>
              <a:t>1</a:t>
            </a:r>
            <a:r>
              <a:rPr lang="ja-JP" altLang="ja-JP" dirty="0"/>
              <a:t>四分位数</a:t>
            </a:r>
          </a:p>
          <a:p>
            <a:pPr marL="0" indent="0">
              <a:buNone/>
            </a:pPr>
            <a:r>
              <a:rPr lang="en-US" altLang="ja-JP" dirty="0"/>
              <a:t>(c) </a:t>
            </a:r>
            <a:r>
              <a:rPr lang="ja-JP" altLang="ja-JP" dirty="0"/>
              <a:t>中央値</a:t>
            </a:r>
          </a:p>
          <a:p>
            <a:pPr marL="0" indent="0">
              <a:buNone/>
            </a:pPr>
            <a:r>
              <a:rPr lang="en-US" altLang="ja-JP" dirty="0"/>
              <a:t>(d) </a:t>
            </a:r>
            <a:r>
              <a:rPr lang="ja-JP" altLang="ja-JP" dirty="0"/>
              <a:t>第</a:t>
            </a:r>
            <a:r>
              <a:rPr lang="en-US" altLang="ja-JP" dirty="0"/>
              <a:t>3</a:t>
            </a:r>
            <a:r>
              <a:rPr lang="ja-JP" altLang="ja-JP" dirty="0"/>
              <a:t>四分位数</a:t>
            </a:r>
          </a:p>
          <a:p>
            <a:pPr marL="0" indent="0">
              <a:buNone/>
            </a:pPr>
            <a:r>
              <a:rPr lang="en-US" altLang="ja-JP" dirty="0"/>
              <a:t>(e) </a:t>
            </a:r>
            <a:r>
              <a:rPr lang="ja-JP" altLang="ja-JP" dirty="0"/>
              <a:t>最大値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1074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154950-BEC1-422C-A159-985E64A7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05E521-E752-4CD7-BAB0-D645E165B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ja-JP" dirty="0"/>
              <a:t>問</a:t>
            </a:r>
            <a:r>
              <a:rPr lang="en-US" altLang="ja-JP" dirty="0"/>
              <a:t>2 </a:t>
            </a:r>
            <a:r>
              <a:rPr lang="ja-JP" altLang="ja-JP" dirty="0"/>
              <a:t>問</a:t>
            </a:r>
            <a:r>
              <a:rPr lang="en-US" altLang="ja-JP" dirty="0"/>
              <a:t>1</a:t>
            </a:r>
            <a:r>
              <a:rPr lang="ja-JP" altLang="ja-JP" dirty="0"/>
              <a:t>の結果を用いて、</a:t>
            </a:r>
            <a:r>
              <a:rPr lang="en-US" altLang="ja-JP" dirty="0"/>
              <a:t>A</a:t>
            </a:r>
            <a:r>
              <a:rPr lang="ja-JP" altLang="ja-JP" dirty="0"/>
              <a:t>群と</a:t>
            </a:r>
            <a:r>
              <a:rPr lang="en-US" altLang="ja-JP" dirty="0"/>
              <a:t>B</a:t>
            </a:r>
            <a:r>
              <a:rPr lang="ja-JP" altLang="ja-JP" dirty="0"/>
              <a:t>群の箱</a:t>
            </a:r>
            <a:r>
              <a:rPr lang="ja-JP" altLang="ja-JP" dirty="0" err="1"/>
              <a:t>ひげ</a:t>
            </a:r>
            <a:r>
              <a:rPr lang="ja-JP" altLang="ja-JP" dirty="0"/>
              <a:t>図を</a:t>
            </a:r>
            <a:r>
              <a:rPr lang="en-US" altLang="ja-JP" dirty="0"/>
              <a:t>Python</a:t>
            </a:r>
            <a:r>
              <a:rPr lang="ja-JP" altLang="ja-JP" dirty="0"/>
              <a:t>プログラムで描きなさい．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8740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E92EE3-6C37-4F1F-9BB9-967BB7C1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039531-99FE-443C-8A2F-E368D7855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dirty="0"/>
              <a:t>問</a:t>
            </a:r>
            <a:r>
              <a:rPr lang="en-US" altLang="ja-JP" dirty="0"/>
              <a:t>3 </a:t>
            </a:r>
            <a:r>
              <a:rPr lang="ja-JP" altLang="ja-JP" dirty="0"/>
              <a:t>箱</a:t>
            </a:r>
            <a:r>
              <a:rPr lang="ja-JP" altLang="ja-JP" dirty="0" err="1"/>
              <a:t>ひげ</a:t>
            </a:r>
            <a:r>
              <a:rPr lang="ja-JP" altLang="ja-JP" dirty="0"/>
              <a:t>図から読み取れることとして適切なものを選びなさい（複数選択可）．</a:t>
            </a:r>
          </a:p>
          <a:p>
            <a:pPr marL="0" indent="0">
              <a:buNone/>
            </a:pPr>
            <a:r>
              <a:rPr lang="en-US" altLang="ja-JP" dirty="0"/>
              <a:t> 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(a) B</a:t>
            </a:r>
            <a:r>
              <a:rPr lang="ja-JP" altLang="ja-JP" dirty="0"/>
              <a:t>群の中央値は</a:t>
            </a:r>
            <a:r>
              <a:rPr lang="en-US" altLang="ja-JP" dirty="0"/>
              <a:t>A</a:t>
            </a:r>
            <a:r>
              <a:rPr lang="ja-JP" altLang="ja-JP" dirty="0"/>
              <a:t>群より高い．</a:t>
            </a:r>
          </a:p>
          <a:p>
            <a:pPr marL="0" indent="0">
              <a:buNone/>
            </a:pPr>
            <a:r>
              <a:rPr lang="en-US" altLang="ja-JP" dirty="0"/>
              <a:t>(b) A</a:t>
            </a:r>
            <a:r>
              <a:rPr lang="ja-JP" altLang="ja-JP" dirty="0"/>
              <a:t>群と</a:t>
            </a:r>
            <a:r>
              <a:rPr lang="en-US" altLang="ja-JP" dirty="0"/>
              <a:t>B</a:t>
            </a:r>
            <a:r>
              <a:rPr lang="ja-JP" altLang="ja-JP" dirty="0"/>
              <a:t>群の範囲（最大値</a:t>
            </a:r>
            <a:r>
              <a:rPr lang="en-US" altLang="ja-JP" dirty="0"/>
              <a:t>−</a:t>
            </a:r>
            <a:r>
              <a:rPr lang="ja-JP" altLang="ja-JP" dirty="0"/>
              <a:t>最小値）は等しい．</a:t>
            </a:r>
          </a:p>
          <a:p>
            <a:pPr marL="0" indent="0">
              <a:buNone/>
            </a:pPr>
            <a:r>
              <a:rPr lang="en-US" altLang="ja-JP" dirty="0"/>
              <a:t>(c) B</a:t>
            </a:r>
            <a:r>
              <a:rPr lang="ja-JP" altLang="ja-JP" dirty="0"/>
              <a:t>群のデータのばらつきは</a:t>
            </a:r>
            <a:r>
              <a:rPr lang="en-US" altLang="ja-JP" dirty="0"/>
              <a:t>A</a:t>
            </a:r>
            <a:r>
              <a:rPr lang="ja-JP" altLang="ja-JP" dirty="0"/>
              <a:t>群より大きい．</a:t>
            </a:r>
          </a:p>
          <a:p>
            <a:pPr marL="0" indent="0">
              <a:buNone/>
            </a:pPr>
            <a:r>
              <a:rPr lang="en-US" altLang="ja-JP" dirty="0"/>
              <a:t>(d) A</a:t>
            </a:r>
            <a:r>
              <a:rPr lang="ja-JP" altLang="ja-JP" dirty="0"/>
              <a:t>群の中央値は</a:t>
            </a:r>
            <a:r>
              <a:rPr lang="en-US" altLang="ja-JP" dirty="0"/>
              <a:t>55</a:t>
            </a:r>
            <a:r>
              <a:rPr lang="ja-JP" altLang="ja-JP" dirty="0"/>
              <a:t>である．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7312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DFB7B1-64CC-4D4E-83AE-83952C946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D796D1-5F2D-48FC-A85D-23A28A952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ja-JP" dirty="0"/>
              <a:t>問</a:t>
            </a:r>
            <a:r>
              <a:rPr lang="en-US" altLang="ja-JP" dirty="0"/>
              <a:t>4</a:t>
            </a:r>
            <a:r>
              <a:rPr lang="ja-JP" altLang="ja-JP" dirty="0"/>
              <a:t>（用語） 次の説明に当てはまる箱</a:t>
            </a:r>
            <a:r>
              <a:rPr lang="ja-JP" altLang="ja-JP" dirty="0" err="1"/>
              <a:t>ひげ</a:t>
            </a:r>
            <a:r>
              <a:rPr lang="ja-JP" altLang="ja-JP" dirty="0"/>
              <a:t>図の用語を書きなさい。</a:t>
            </a:r>
          </a:p>
          <a:p>
            <a:pPr marL="0" indent="0">
              <a:buNone/>
            </a:pPr>
            <a:r>
              <a:rPr lang="en-US" altLang="ja-JP" dirty="0"/>
              <a:t> </a:t>
            </a:r>
            <a:endParaRPr lang="ja-JP" altLang="ja-JP" dirty="0"/>
          </a:p>
          <a:p>
            <a:pPr marL="0" indent="0">
              <a:buNone/>
            </a:pPr>
            <a:r>
              <a:rPr lang="en-US" altLang="ja-JP" dirty="0"/>
              <a:t>(a) </a:t>
            </a:r>
            <a:r>
              <a:rPr lang="ja-JP" altLang="ja-JP" dirty="0"/>
              <a:t>データを小さい順に並べたとき、中央に位置する値</a:t>
            </a:r>
          </a:p>
          <a:p>
            <a:pPr marL="0" indent="0">
              <a:buNone/>
            </a:pPr>
            <a:r>
              <a:rPr lang="en-US" altLang="ja-JP" dirty="0"/>
              <a:t>(b) </a:t>
            </a:r>
            <a:r>
              <a:rPr lang="ja-JP" altLang="ja-JP" dirty="0"/>
              <a:t>データ全体の</a:t>
            </a:r>
            <a:r>
              <a:rPr lang="en-US" altLang="ja-JP" dirty="0"/>
              <a:t>25</a:t>
            </a:r>
            <a:r>
              <a:rPr lang="ja-JP" altLang="ja-JP" dirty="0"/>
              <a:t>％がその値以下になる境界の値</a:t>
            </a:r>
          </a:p>
          <a:p>
            <a:pPr marL="0" indent="0">
              <a:buNone/>
            </a:pPr>
            <a:r>
              <a:rPr lang="en-US" altLang="ja-JP" dirty="0"/>
              <a:t>(c) </a:t>
            </a:r>
            <a:r>
              <a:rPr lang="ja-JP" altLang="ja-JP" dirty="0"/>
              <a:t>第</a:t>
            </a:r>
            <a:r>
              <a:rPr lang="en-US" altLang="ja-JP" dirty="0"/>
              <a:t>1</a:t>
            </a:r>
            <a:r>
              <a:rPr lang="ja-JP" altLang="ja-JP" dirty="0"/>
              <a:t>四分位数から第</a:t>
            </a:r>
            <a:r>
              <a:rPr lang="en-US" altLang="ja-JP" dirty="0"/>
              <a:t>3</a:t>
            </a:r>
            <a:r>
              <a:rPr lang="ja-JP" altLang="ja-JP" dirty="0"/>
              <a:t>四分位数までを表す箱の長さ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17884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AB102CC-81B3-4DA5-B889-C418417F1F18}"/>
              </a:ext>
            </a:extLst>
          </p:cNvPr>
          <p:cNvSpPr/>
          <p:nvPr/>
        </p:nvSpPr>
        <p:spPr>
          <a:xfrm>
            <a:off x="859868" y="2974125"/>
            <a:ext cx="2024743" cy="870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桜の開花日</a:t>
            </a:r>
            <a:endParaRPr lang="en-US" altLang="ja-JP" b="1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lang="en-US" altLang="ja-JP" dirty="0"/>
          </a:p>
          <a:p>
            <a:pPr algn="ctr"/>
            <a:r>
              <a:rPr lang="ja-JP" altLang="en-US" dirty="0"/>
              <a:t>観測地点</a:t>
            </a:r>
            <a:r>
              <a:rPr lang="en-US" altLang="ja-JP" dirty="0"/>
              <a:t>×</a:t>
            </a:r>
            <a:r>
              <a:rPr lang="ja-JP" altLang="en-US" dirty="0"/>
              <a:t>開花日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E53CBD0-D510-4162-9EDB-ABB179401B52}"/>
              </a:ext>
            </a:extLst>
          </p:cNvPr>
          <p:cNvSpPr/>
          <p:nvPr/>
        </p:nvSpPr>
        <p:spPr>
          <a:xfrm>
            <a:off x="859868" y="4427424"/>
            <a:ext cx="2024743" cy="870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気温データ</a:t>
            </a:r>
            <a:endParaRPr lang="en-US" altLang="ja-JP" b="1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lang="en-US" altLang="ja-JP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dirty="0"/>
              <a:t>年月日</a:t>
            </a:r>
            <a:r>
              <a:rPr lang="en-US" altLang="ja-JP" dirty="0"/>
              <a:t>×</a:t>
            </a:r>
            <a:r>
              <a:rPr lang="ja-JP" altLang="en-US" dirty="0"/>
              <a:t>観測地点</a:t>
            </a:r>
            <a:endParaRPr kumimoji="1" lang="ja-JP" altLang="en-US" dirty="0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4C5AE494-1108-4BF4-A19C-AF3D76992FFE}"/>
              </a:ext>
            </a:extLst>
          </p:cNvPr>
          <p:cNvSpPr/>
          <p:nvPr/>
        </p:nvSpPr>
        <p:spPr>
          <a:xfrm>
            <a:off x="2982580" y="4688679"/>
            <a:ext cx="544287" cy="348343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457A662-0E6B-4A74-93A7-9037AB47164A}"/>
              </a:ext>
            </a:extLst>
          </p:cNvPr>
          <p:cNvSpPr/>
          <p:nvPr/>
        </p:nvSpPr>
        <p:spPr>
          <a:xfrm>
            <a:off x="3624836" y="4427421"/>
            <a:ext cx="2024743" cy="870857"/>
          </a:xfrm>
          <a:prstGeom prst="rect">
            <a:avLst/>
          </a:prstGeom>
          <a:solidFill>
            <a:srgbClr val="68A04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600</a:t>
            </a:r>
            <a:r>
              <a:rPr lang="ja-JP" altLang="en-US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度日推定日</a:t>
            </a:r>
            <a:endParaRPr lang="en-US" altLang="ja-JP" b="1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en-US" altLang="ja-JP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400</a:t>
            </a:r>
            <a:r>
              <a:rPr lang="ja-JP" altLang="en-US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度日推定日</a:t>
            </a:r>
            <a:endParaRPr lang="en-US" altLang="ja-JP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dirty="0"/>
              <a:t>年</a:t>
            </a:r>
            <a:r>
              <a:rPr lang="en-US" altLang="ja-JP" dirty="0"/>
              <a:t>×</a:t>
            </a:r>
            <a:r>
              <a:rPr lang="ja-JP" altLang="en-US" dirty="0"/>
              <a:t>観測地点</a:t>
            </a: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7F49F3C-773B-400D-935E-1CEC57213D2F}"/>
              </a:ext>
            </a:extLst>
          </p:cNvPr>
          <p:cNvSpPr/>
          <p:nvPr/>
        </p:nvSpPr>
        <p:spPr>
          <a:xfrm>
            <a:off x="3603067" y="2949290"/>
            <a:ext cx="2024743" cy="87085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C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桜の開花日</a:t>
            </a:r>
            <a:endParaRPr lang="en-US" altLang="ja-JP" b="1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dirty="0"/>
              <a:t>観測地点</a:t>
            </a:r>
            <a:r>
              <a:rPr lang="en-US" altLang="ja-JP" dirty="0"/>
              <a:t>×</a:t>
            </a:r>
            <a:r>
              <a:rPr lang="ja-JP" altLang="en-US" dirty="0"/>
              <a:t>開花日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97FEB925-D3DD-4885-804C-546C63164FF1}"/>
              </a:ext>
            </a:extLst>
          </p:cNvPr>
          <p:cNvSpPr/>
          <p:nvPr/>
        </p:nvSpPr>
        <p:spPr>
          <a:xfrm>
            <a:off x="2982580" y="3235381"/>
            <a:ext cx="544287" cy="348343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0C337CC-95EE-479A-9DCE-1F3E02CB9ABE}"/>
              </a:ext>
            </a:extLst>
          </p:cNvPr>
          <p:cNvSpPr txBox="1"/>
          <p:nvPr/>
        </p:nvSpPr>
        <p:spPr>
          <a:xfrm>
            <a:off x="2469893" y="261213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クリーニング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BEB5375-67AC-4AB7-BB37-6A2738666362}"/>
              </a:ext>
            </a:extLst>
          </p:cNvPr>
          <p:cNvSpPr txBox="1"/>
          <p:nvPr/>
        </p:nvSpPr>
        <p:spPr>
          <a:xfrm>
            <a:off x="2154586" y="5573654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クリーニング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r>
              <a:rPr lang="ja-JP" altLang="en-US" dirty="0"/>
              <a:t>日にち計算</a:t>
            </a:r>
            <a:endParaRPr kumimoji="1" lang="ja-JP" altLang="en-US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D3A59F92-5186-4AE3-AC90-46E982090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738" y="1748016"/>
            <a:ext cx="1623072" cy="7818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A9A4BC-B508-4360-B666-1C537594291F}"/>
              </a:ext>
            </a:extLst>
          </p:cNvPr>
          <p:cNvSpPr txBox="1"/>
          <p:nvPr/>
        </p:nvSpPr>
        <p:spPr>
          <a:xfrm>
            <a:off x="4079919" y="21908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折れ線グラフ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FA2611D-A3E7-452D-8834-53A169CA3856}"/>
              </a:ext>
            </a:extLst>
          </p:cNvPr>
          <p:cNvSpPr/>
          <p:nvPr/>
        </p:nvSpPr>
        <p:spPr>
          <a:xfrm>
            <a:off x="6259179" y="3687193"/>
            <a:ext cx="2024743" cy="870857"/>
          </a:xfrm>
          <a:prstGeom prst="rect">
            <a:avLst/>
          </a:prstGeom>
          <a:solidFill>
            <a:srgbClr val="76B54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開花差</a:t>
            </a:r>
            <a:endParaRPr lang="en-US" altLang="ja-JP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lang="en-US" altLang="ja-JP" b="1" dirty="0">
              <a:solidFill>
                <a:srgbClr val="FFC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lang="ja-JP" altLang="en-US" b="1" dirty="0">
                <a:solidFill>
                  <a:schemeClr val="tx1"/>
                </a:solidFill>
              </a:rPr>
              <a:t>年</a:t>
            </a:r>
            <a:r>
              <a:rPr lang="en-US" altLang="ja-JP" b="1" dirty="0">
                <a:solidFill>
                  <a:schemeClr val="tx1"/>
                </a:solidFill>
              </a:rPr>
              <a:t>×</a:t>
            </a:r>
            <a:r>
              <a:rPr lang="ja-JP" altLang="en-US" b="1" dirty="0">
                <a:solidFill>
                  <a:schemeClr val="tx1"/>
                </a:solidFill>
              </a:rPr>
              <a:t>観測地点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19ABFC6D-406D-401B-B51E-73FFAE0B377A}"/>
              </a:ext>
            </a:extLst>
          </p:cNvPr>
          <p:cNvSpPr/>
          <p:nvPr/>
        </p:nvSpPr>
        <p:spPr>
          <a:xfrm rot="1488595">
            <a:off x="5660678" y="3670810"/>
            <a:ext cx="544287" cy="348343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BC6547C5-09E9-4630-88AE-3320D2800044}"/>
              </a:ext>
            </a:extLst>
          </p:cNvPr>
          <p:cNvSpPr/>
          <p:nvPr/>
        </p:nvSpPr>
        <p:spPr>
          <a:xfrm rot="19222100">
            <a:off x="5676357" y="4471122"/>
            <a:ext cx="544287" cy="348343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6F79C6-846C-4EA3-811A-90A6A01EA622}"/>
              </a:ext>
            </a:extLst>
          </p:cNvPr>
          <p:cNvSpPr txBox="1"/>
          <p:nvPr/>
        </p:nvSpPr>
        <p:spPr>
          <a:xfrm>
            <a:off x="853621" y="3844981"/>
            <a:ext cx="13195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01sakura.csv</a:t>
            </a:r>
            <a:endParaRPr kumimoji="1" lang="ja-JP" altLang="en-US" sz="1400" b="1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C9276D8-57F8-466A-AD48-0C6BA8279FB0}"/>
              </a:ext>
            </a:extLst>
          </p:cNvPr>
          <p:cNvSpPr txBox="1"/>
          <p:nvPr/>
        </p:nvSpPr>
        <p:spPr>
          <a:xfrm>
            <a:off x="838200" y="5376654"/>
            <a:ext cx="1657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02temp_data.csv</a:t>
            </a:r>
            <a:endParaRPr kumimoji="1" lang="ja-JP" altLang="en-US" sz="1400" b="1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7957786-C025-4B31-A417-782FF11139B4}"/>
              </a:ext>
            </a:extLst>
          </p:cNvPr>
          <p:cNvSpPr txBox="1"/>
          <p:nvPr/>
        </p:nvSpPr>
        <p:spPr>
          <a:xfrm>
            <a:off x="3603067" y="3844981"/>
            <a:ext cx="25218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01sakura_bloom_dates.csv</a:t>
            </a:r>
            <a:endParaRPr kumimoji="1" lang="ja-JP" altLang="en-US" sz="1400" b="1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26F48F1-7AA9-4FC6-824F-CBC9967A6023}"/>
              </a:ext>
            </a:extLst>
          </p:cNvPr>
          <p:cNvSpPr txBox="1"/>
          <p:nvPr/>
        </p:nvSpPr>
        <p:spPr>
          <a:xfrm>
            <a:off x="3603067" y="5388133"/>
            <a:ext cx="13500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02day400.csv</a:t>
            </a:r>
          </a:p>
          <a:p>
            <a:r>
              <a:rPr kumimoji="1" lang="en-US" altLang="ja-JP" sz="1400" b="1" dirty="0"/>
              <a:t>02day600.csv</a:t>
            </a:r>
            <a:endParaRPr kumimoji="1" lang="ja-JP" altLang="en-US" sz="1400" b="1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FC59EF1-4049-4605-85F3-BEDE0EE4C856}"/>
              </a:ext>
            </a:extLst>
          </p:cNvPr>
          <p:cNvSpPr txBox="1"/>
          <p:nvPr/>
        </p:nvSpPr>
        <p:spPr>
          <a:xfrm>
            <a:off x="6307291" y="4684001"/>
            <a:ext cx="142539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/>
              <a:t>03_400diff.csv</a:t>
            </a:r>
          </a:p>
          <a:p>
            <a:r>
              <a:rPr lang="ja-JP" altLang="en-US" sz="1400" b="1" dirty="0"/>
              <a:t>　</a:t>
            </a:r>
            <a:r>
              <a:rPr lang="en-US" altLang="ja-JP" sz="1400" b="1" dirty="0">
                <a:solidFill>
                  <a:srgbClr val="00B0F0"/>
                </a:solidFill>
              </a:rPr>
              <a:t>400</a:t>
            </a:r>
            <a:r>
              <a:rPr lang="ja-JP" altLang="en-US" sz="1400" b="1" dirty="0">
                <a:solidFill>
                  <a:srgbClr val="00B0F0"/>
                </a:solidFill>
              </a:rPr>
              <a:t>度開花差</a:t>
            </a:r>
            <a:endParaRPr kumimoji="1" lang="en-US" altLang="ja-JP" sz="1400" b="1" dirty="0">
              <a:solidFill>
                <a:srgbClr val="00B0F0"/>
              </a:solidFill>
            </a:endParaRPr>
          </a:p>
          <a:p>
            <a:r>
              <a:rPr kumimoji="1" lang="en-US" altLang="ja-JP" sz="1400" b="1" dirty="0"/>
              <a:t>03_600diff.csv</a:t>
            </a:r>
          </a:p>
          <a:p>
            <a:r>
              <a:rPr lang="ja-JP" altLang="en-US" sz="1400" b="1" dirty="0"/>
              <a:t>    </a:t>
            </a:r>
            <a:r>
              <a:rPr lang="en-US" altLang="ja-JP" sz="1400" b="1" dirty="0">
                <a:solidFill>
                  <a:srgbClr val="00B0F0"/>
                </a:solidFill>
              </a:rPr>
              <a:t>600</a:t>
            </a:r>
            <a:r>
              <a:rPr lang="ja-JP" altLang="en-US" sz="1400" b="1" dirty="0">
                <a:solidFill>
                  <a:srgbClr val="00B0F0"/>
                </a:solidFill>
              </a:rPr>
              <a:t>度開花差</a:t>
            </a:r>
            <a:endParaRPr kumimoji="1" lang="ja-JP" altLang="en-US" sz="1400" b="1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733E90B6-F457-4B48-9E65-E2B8E6F38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540" y="1633178"/>
            <a:ext cx="2096659" cy="1539688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1841489-48E7-4805-9F94-4211ADE73095}"/>
              </a:ext>
            </a:extLst>
          </p:cNvPr>
          <p:cNvSpPr txBox="1"/>
          <p:nvPr/>
        </p:nvSpPr>
        <p:spPr>
          <a:xfrm>
            <a:off x="8532177" y="1378684"/>
            <a:ext cx="293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緯度と開花差の散布図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6" name="図 25">
            <a:extLst>
              <a:ext uri="{FF2B5EF4-FFF2-40B4-BE49-F238E27FC236}">
                <a16:creationId xmlns:a16="http://schemas.microsoft.com/office/drawing/2014/main" id="{1AFB7C37-7B93-455A-9CAA-FE2C8461A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0008" y="3687193"/>
            <a:ext cx="1921722" cy="1432804"/>
          </a:xfrm>
          <a:prstGeom prst="rect">
            <a:avLst/>
          </a:prstGeom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9EF513D-DF4D-4CA8-B4D1-753B65DEB030}"/>
              </a:ext>
            </a:extLst>
          </p:cNvPr>
          <p:cNvSpPr txBox="1"/>
          <p:nvPr/>
        </p:nvSpPr>
        <p:spPr>
          <a:xfrm>
            <a:off x="8532177" y="3312136"/>
            <a:ext cx="3203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氷点下観測点についての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開花差の箱</a:t>
            </a:r>
            <a:r>
              <a:rPr lang="ja-JP" altLang="en-US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ひげ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8CD1DBA3-A516-4A25-9D27-BF797D0E3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0008" y="5479316"/>
            <a:ext cx="1758802" cy="1367277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DC8A76E-8DAA-455E-956C-1787ABB47ACA}"/>
              </a:ext>
            </a:extLst>
          </p:cNvPr>
          <p:cNvSpPr txBox="1"/>
          <p:nvPr/>
        </p:nvSpPr>
        <p:spPr>
          <a:xfrm>
            <a:off x="10164675" y="6060675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図３ 氷点下日数と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開花差の散布図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95BA1DB-5302-4BB9-9E38-8C582AC9E0ED}"/>
              </a:ext>
            </a:extLst>
          </p:cNvPr>
          <p:cNvCxnSpPr/>
          <p:nvPr/>
        </p:nvCxnSpPr>
        <p:spPr>
          <a:xfrm flipV="1">
            <a:off x="8360229" y="2682904"/>
            <a:ext cx="849085" cy="100428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C7B797EA-E41C-4CED-9A70-02A12BDDB84F}"/>
              </a:ext>
            </a:extLst>
          </p:cNvPr>
          <p:cNvCxnSpPr>
            <a:cxnSpLocks/>
          </p:cNvCxnSpPr>
          <p:nvPr/>
        </p:nvCxnSpPr>
        <p:spPr>
          <a:xfrm flipV="1">
            <a:off x="8355910" y="4117272"/>
            <a:ext cx="1012311" cy="1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88F5F44-FBE1-487C-B4B9-DAD0F83C8458}"/>
              </a:ext>
            </a:extLst>
          </p:cNvPr>
          <p:cNvCxnSpPr>
            <a:cxnSpLocks/>
          </p:cNvCxnSpPr>
          <p:nvPr/>
        </p:nvCxnSpPr>
        <p:spPr>
          <a:xfrm>
            <a:off x="8387366" y="4539232"/>
            <a:ext cx="980855" cy="1145199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タイトル 1">
            <a:extLst>
              <a:ext uri="{FF2B5EF4-FFF2-40B4-BE49-F238E27FC236}">
                <a16:creationId xmlns:a16="http://schemas.microsoft.com/office/drawing/2014/main" id="{9C6C97B6-B0DB-44FF-B75D-C07A835F256D}"/>
              </a:ext>
            </a:extLst>
          </p:cNvPr>
          <p:cNvSpPr txBox="1">
            <a:spLocks/>
          </p:cNvSpPr>
          <p:nvPr/>
        </p:nvSpPr>
        <p:spPr>
          <a:xfrm>
            <a:off x="-2721535" y="-3976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dirty="0"/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61ED7A3-61E4-486F-9B8F-AD0CD922D78F}"/>
              </a:ext>
            </a:extLst>
          </p:cNvPr>
          <p:cNvCxnSpPr>
            <a:cxnSpLocks/>
          </p:cNvCxnSpPr>
          <p:nvPr/>
        </p:nvCxnSpPr>
        <p:spPr>
          <a:xfrm flipV="1">
            <a:off x="4800494" y="2566385"/>
            <a:ext cx="0" cy="358072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FE9465C-74FC-4699-963E-0D0D734BFC50}"/>
              </a:ext>
            </a:extLst>
          </p:cNvPr>
          <p:cNvSpPr txBox="1"/>
          <p:nvPr/>
        </p:nvSpPr>
        <p:spPr>
          <a:xfrm>
            <a:off x="992525" y="1699350"/>
            <a:ext cx="1721946" cy="6463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気象庁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オープンデータ</a:t>
            </a: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55198725-151C-4E94-88BE-F3907BCF7BFD}"/>
              </a:ext>
            </a:extLst>
          </p:cNvPr>
          <p:cNvCxnSpPr/>
          <p:nvPr/>
        </p:nvCxnSpPr>
        <p:spPr>
          <a:xfrm>
            <a:off x="1872239" y="2498237"/>
            <a:ext cx="0" cy="337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EA1F5B26-25F8-4153-9B81-A06191B9F5C2}"/>
              </a:ext>
            </a:extLst>
          </p:cNvPr>
          <p:cNvSpPr/>
          <p:nvPr/>
        </p:nvSpPr>
        <p:spPr>
          <a:xfrm>
            <a:off x="708380" y="237747"/>
            <a:ext cx="10760819" cy="9405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400" dirty="0">
                <a:solidFill>
                  <a:schemeClr val="tx1"/>
                </a:solidFill>
              </a:rPr>
              <a:t>処理の流れ</a:t>
            </a:r>
            <a:endParaRPr kumimoji="1" lang="ja-JP" altLang="en-US" sz="4400" dirty="0">
              <a:solidFill>
                <a:schemeClr val="tx1"/>
              </a:solidFill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89B87F4-FA7A-48D8-B3B8-702C647C8AC9}"/>
              </a:ext>
            </a:extLst>
          </p:cNvPr>
          <p:cNvSpPr txBox="1"/>
          <p:nvPr/>
        </p:nvSpPr>
        <p:spPr>
          <a:xfrm>
            <a:off x="8283922" y="2612134"/>
            <a:ext cx="74892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処理</a:t>
            </a:r>
            <a:r>
              <a:rPr kumimoji="1" lang="en-US" altLang="ja-JP" sz="1400" b="1" dirty="0"/>
              <a:t>04</a:t>
            </a:r>
            <a:endParaRPr kumimoji="1" lang="ja-JP" altLang="en-US" sz="1400" b="1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71E08C5-D5E6-4FF3-BD79-ED890520B7CF}"/>
              </a:ext>
            </a:extLst>
          </p:cNvPr>
          <p:cNvSpPr txBox="1"/>
          <p:nvPr/>
        </p:nvSpPr>
        <p:spPr>
          <a:xfrm>
            <a:off x="8564145" y="4231455"/>
            <a:ext cx="74892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処理</a:t>
            </a:r>
            <a:r>
              <a:rPr kumimoji="1" lang="en-US" altLang="ja-JP" sz="1400" b="1" dirty="0"/>
              <a:t>05</a:t>
            </a:r>
            <a:endParaRPr kumimoji="1" lang="ja-JP" altLang="en-US" sz="1400" b="1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D154222-3689-4CFD-8E96-253E01CD04EC}"/>
              </a:ext>
            </a:extLst>
          </p:cNvPr>
          <p:cNvSpPr txBox="1"/>
          <p:nvPr/>
        </p:nvSpPr>
        <p:spPr>
          <a:xfrm>
            <a:off x="8295579" y="5638108"/>
            <a:ext cx="74892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処理</a:t>
            </a:r>
            <a:r>
              <a:rPr kumimoji="1" lang="en-US" altLang="ja-JP" sz="1400" b="1" dirty="0"/>
              <a:t>06</a:t>
            </a:r>
            <a:endParaRPr kumimoji="1" lang="ja-JP" altLang="en-US" sz="1400" b="1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C3F8B0B-531E-4402-BC33-C4026F9732A5}"/>
              </a:ext>
            </a:extLst>
          </p:cNvPr>
          <p:cNvSpPr txBox="1"/>
          <p:nvPr/>
        </p:nvSpPr>
        <p:spPr>
          <a:xfrm>
            <a:off x="2948049" y="2336179"/>
            <a:ext cx="74892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処理</a:t>
            </a:r>
            <a:r>
              <a:rPr kumimoji="1" lang="en-US" altLang="ja-JP" sz="1400" b="1" dirty="0"/>
              <a:t>01</a:t>
            </a:r>
            <a:endParaRPr kumimoji="1" lang="ja-JP" altLang="en-US" sz="1400" b="1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7D8A54D2-B15E-4733-BEC9-1F5D24C8D0EE}"/>
              </a:ext>
            </a:extLst>
          </p:cNvPr>
          <p:cNvSpPr txBox="1"/>
          <p:nvPr/>
        </p:nvSpPr>
        <p:spPr>
          <a:xfrm>
            <a:off x="2939416" y="6258446"/>
            <a:ext cx="74892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処理</a:t>
            </a:r>
            <a:r>
              <a:rPr kumimoji="1" lang="en-US" altLang="ja-JP" sz="1400" b="1" dirty="0"/>
              <a:t>02</a:t>
            </a:r>
            <a:endParaRPr kumimoji="1" lang="ja-JP" altLang="en-US" sz="1400" b="1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64D4AD0F-1154-46D7-B868-9357C1F4D99E}"/>
              </a:ext>
            </a:extLst>
          </p:cNvPr>
          <p:cNvSpPr txBox="1"/>
          <p:nvPr/>
        </p:nvSpPr>
        <p:spPr>
          <a:xfrm>
            <a:off x="5831439" y="3179931"/>
            <a:ext cx="74892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1400" b="1" dirty="0"/>
              <a:t>処理</a:t>
            </a:r>
            <a:r>
              <a:rPr kumimoji="1" lang="en-US" altLang="ja-JP" sz="1400" b="1" dirty="0"/>
              <a:t>03</a:t>
            </a:r>
            <a:endParaRPr kumimoji="1" lang="ja-JP" altLang="en-US" sz="1400" b="1" dirty="0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601A60EE-4716-4261-8BEE-30EB55457194}"/>
              </a:ext>
            </a:extLst>
          </p:cNvPr>
          <p:cNvSpPr txBox="1"/>
          <p:nvPr/>
        </p:nvSpPr>
        <p:spPr>
          <a:xfrm>
            <a:off x="6265050" y="5802879"/>
            <a:ext cx="1800493" cy="6463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開花差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=</a:t>
            </a:r>
          </a:p>
          <a:p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推定日－開花日</a:t>
            </a:r>
            <a:endParaRPr kumimoji="1"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93A3C30-BE3B-40A5-9430-1960CE53C5D1}"/>
              </a:ext>
            </a:extLst>
          </p:cNvPr>
          <p:cNvSpPr txBox="1"/>
          <p:nvPr/>
        </p:nvSpPr>
        <p:spPr>
          <a:xfrm>
            <a:off x="6386268" y="1786413"/>
            <a:ext cx="1569659" cy="6463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緯度データ</a:t>
            </a:r>
            <a:endParaRPr lang="en-US" altLang="ja-JP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地点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,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緯度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C7F51DBA-940A-4B21-8D89-2E2B0C14567D}"/>
              </a:ext>
            </a:extLst>
          </p:cNvPr>
          <p:cNvCxnSpPr>
            <a:cxnSpLocks/>
          </p:cNvCxnSpPr>
          <p:nvPr/>
        </p:nvCxnSpPr>
        <p:spPr>
          <a:xfrm>
            <a:off x="8353607" y="2191594"/>
            <a:ext cx="849085" cy="220036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875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CD112F38-B536-4045-8B63-126EE01A6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289" y="2124791"/>
            <a:ext cx="7316221" cy="3848637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FDAE9014-0277-44D2-9DF3-49D537E0B5F1}"/>
                  </a:ext>
                </a:extLst>
              </p14:cNvPr>
              <p14:cNvContentPartPr/>
              <p14:nvPr/>
            </p14:nvContentPartPr>
            <p14:xfrm>
              <a:off x="6011582" y="5370505"/>
              <a:ext cx="2647800" cy="6372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FDAE9014-0277-44D2-9DF3-49D537E0B5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93942" y="5352865"/>
                <a:ext cx="26834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22C39A84-6CDC-4E2B-A327-868F3639C9BB}"/>
                  </a:ext>
                </a:extLst>
              </p14:cNvPr>
              <p14:cNvContentPartPr/>
              <p14:nvPr/>
            </p14:nvContentPartPr>
            <p14:xfrm>
              <a:off x="2101982" y="4067305"/>
              <a:ext cx="756000" cy="1116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22C39A84-6CDC-4E2B-A327-868F3639C9B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83982" y="4049665"/>
                <a:ext cx="791640" cy="4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2971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FD506E2-E9F7-46AB-9827-E571D535D1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751"/>
          <a:stretch/>
        </p:blipFill>
        <p:spPr>
          <a:xfrm>
            <a:off x="536707" y="1507496"/>
            <a:ext cx="6057184" cy="44203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8CD724C-2B26-4F64-9434-8B1A9050E4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5740"/>
          <a:stretch/>
        </p:blipFill>
        <p:spPr>
          <a:xfrm>
            <a:off x="6632707" y="4195578"/>
            <a:ext cx="5559293" cy="13255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5598626A-EE44-4D69-8C63-D4C422943EB3}"/>
                  </a:ext>
                </a:extLst>
              </p14:cNvPr>
              <p14:cNvContentPartPr/>
              <p14:nvPr/>
            </p14:nvContentPartPr>
            <p14:xfrm>
              <a:off x="9105062" y="4253425"/>
              <a:ext cx="402840" cy="20556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5598626A-EE44-4D69-8C63-D4C422943E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87062" y="4235785"/>
                <a:ext cx="438480" cy="24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96647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AC7686-8989-4C95-9426-5F781648E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32" y="1833297"/>
            <a:ext cx="6811326" cy="3801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A7D9F4E-3468-4779-9779-D6CA3F01D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460" y="4141076"/>
            <a:ext cx="4675540" cy="26257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811BE6D1-0E59-4C04-BE44-1B9EF31ED800}"/>
                  </a:ext>
                </a:extLst>
              </p14:cNvPr>
              <p14:cNvContentPartPr/>
              <p14:nvPr/>
            </p14:nvContentPartPr>
            <p14:xfrm>
              <a:off x="11063462" y="4075225"/>
              <a:ext cx="1067400" cy="86472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811BE6D1-0E59-4C04-BE44-1B9EF31ED8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45822" y="4057225"/>
                <a:ext cx="1103040" cy="90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918D58F6-A751-43FC-AC7B-536241922F49}"/>
                  </a:ext>
                </a:extLst>
              </p14:cNvPr>
              <p14:cNvContentPartPr/>
              <p14:nvPr/>
            </p14:nvContentPartPr>
            <p14:xfrm>
              <a:off x="5002862" y="5171065"/>
              <a:ext cx="1082520" cy="7452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918D58F6-A751-43FC-AC7B-536241922F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84862" y="5153065"/>
                <a:ext cx="111816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E05C56F9-FE95-49B2-9A0C-6884EB746E57}"/>
                  </a:ext>
                </a:extLst>
              </p14:cNvPr>
              <p14:cNvContentPartPr/>
              <p14:nvPr/>
            </p14:nvContentPartPr>
            <p14:xfrm>
              <a:off x="5707022" y="4697305"/>
              <a:ext cx="535680" cy="3240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E05C56F9-FE95-49B2-9A0C-6884EB746E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89022" y="4679665"/>
                <a:ext cx="5713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C53A2E92-6E2A-459B-96B9-BBAC04571821}"/>
                  </a:ext>
                </a:extLst>
              </p14:cNvPr>
              <p14:cNvContentPartPr/>
              <p14:nvPr/>
            </p14:nvContentPartPr>
            <p14:xfrm>
              <a:off x="7574702" y="5851465"/>
              <a:ext cx="381960" cy="286920"/>
            </p14:xfrm>
          </p:contentPart>
        </mc:Choice>
        <mc:Fallback xmlns=""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C53A2E92-6E2A-459B-96B9-BBAC045718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556702" y="5833825"/>
                <a:ext cx="41760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5FDBFFDD-1E9D-4B77-8A40-4E20245EEE36}"/>
                  </a:ext>
                </a:extLst>
              </p14:cNvPr>
              <p14:cNvContentPartPr/>
              <p14:nvPr/>
            </p14:nvContentPartPr>
            <p14:xfrm>
              <a:off x="2301422" y="4708465"/>
              <a:ext cx="1474560" cy="6372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5FDBFFDD-1E9D-4B77-8A40-4E20245EEE3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83782" y="4690465"/>
                <a:ext cx="151020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12FDF8CC-6E5A-4580-9129-A6DEA5CD3AA0}"/>
                  </a:ext>
                </a:extLst>
              </p14:cNvPr>
              <p14:cNvContentPartPr/>
              <p14:nvPr/>
            </p14:nvContentPartPr>
            <p14:xfrm>
              <a:off x="11510520" y="4598555"/>
              <a:ext cx="399240" cy="936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12FDF8CC-6E5A-4580-9129-A6DEA5CD3A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56520" y="4490915"/>
                <a:ext cx="50688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B6CBFC05-2191-4139-84EC-BF844C8C8BF7}"/>
                  </a:ext>
                </a:extLst>
              </p14:cNvPr>
              <p14:cNvContentPartPr/>
              <p14:nvPr/>
            </p14:nvContentPartPr>
            <p14:xfrm>
              <a:off x="2301422" y="4497865"/>
              <a:ext cx="4676400" cy="16920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B6CBFC05-2191-4139-84EC-BF844C8C8BF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47782" y="4389865"/>
                <a:ext cx="478404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CBE81D33-E083-4934-8CED-CEA4602E52A9}"/>
                  </a:ext>
                </a:extLst>
              </p14:cNvPr>
              <p14:cNvContentPartPr/>
              <p14:nvPr/>
            </p14:nvContentPartPr>
            <p14:xfrm>
              <a:off x="798782" y="4980625"/>
              <a:ext cx="2522160" cy="4392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CBE81D33-E083-4934-8CED-CEA4602E52A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44782" y="4872985"/>
                <a:ext cx="262980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C83CA498-F33F-46CE-BE0B-EEC5BC869307}"/>
                  </a:ext>
                </a:extLst>
              </p14:cNvPr>
              <p14:cNvContentPartPr/>
              <p14:nvPr/>
            </p14:nvContentPartPr>
            <p14:xfrm>
              <a:off x="5002862" y="4979545"/>
              <a:ext cx="1085400" cy="6192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C83CA498-F33F-46CE-BE0B-EEC5BC86930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48862" y="4871545"/>
                <a:ext cx="1193040" cy="2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53711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5B3F95-0247-4193-B4D5-B1A16D86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sz="3200" dirty="0"/>
              <a:t>横軸を年，縦軸を各年の 月末までに開花した観測点の数とした折れ線グラフ</a:t>
            </a:r>
            <a:endParaRPr kumimoji="1" lang="ja-JP" altLang="en-US" sz="3200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C3373B5-6F69-4F01-BDF2-EDB8FCF9C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37" y="2008397"/>
            <a:ext cx="9234125" cy="4484478"/>
          </a:xfrm>
          <a:prstGeom prst="rect">
            <a:avLst/>
          </a:prstGeom>
        </p:spPr>
      </p:pic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2ACDCDC9-3A7C-4CFF-A345-44C5E694BBFB}"/>
              </a:ext>
            </a:extLst>
          </p:cNvPr>
          <p:cNvSpPr/>
          <p:nvPr/>
        </p:nvSpPr>
        <p:spPr>
          <a:xfrm>
            <a:off x="6657000" y="4065970"/>
            <a:ext cx="3877985" cy="25853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プログラミング学習事項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・読込み・書込み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・データクリーニングとデータ整形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・</a:t>
            </a:r>
            <a:r>
              <a:rPr lang="en-US" altLang="ja-JP" b="1" dirty="0" err="1">
                <a:solidFill>
                  <a:srgbClr val="FF0000"/>
                </a:solidFill>
              </a:rPr>
              <a:t>DataFrame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・</a:t>
            </a:r>
            <a:r>
              <a:rPr lang="en-US" altLang="ja-JP" b="1" dirty="0">
                <a:solidFill>
                  <a:srgbClr val="FF0000"/>
                </a:solidFill>
              </a:rPr>
              <a:t>any, apply</a:t>
            </a:r>
          </a:p>
          <a:p>
            <a:r>
              <a:rPr lang="ja-JP" altLang="en-US" b="1" dirty="0">
                <a:solidFill>
                  <a:srgbClr val="FF0000"/>
                </a:solidFill>
              </a:rPr>
              <a:t>・欠損値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・折れ線グラフ</a:t>
            </a:r>
            <a:endParaRPr lang="en-US" altLang="ja-JP" b="1" dirty="0">
              <a:solidFill>
                <a:srgbClr val="FF0000"/>
              </a:solidFill>
            </a:endParaRPr>
          </a:p>
          <a:p>
            <a:endParaRPr lang="en-US" altLang="ja-JP" b="1" dirty="0">
              <a:solidFill>
                <a:srgbClr val="FF0000"/>
              </a:solidFill>
            </a:endParaRP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650193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DF0ADF9-102D-4B1D-B4B0-AD0A69746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209" y="1575616"/>
            <a:ext cx="8374834" cy="47726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52EEA235-2B46-4D0F-8DDD-9FAEC09B0D43}"/>
                  </a:ext>
                </a:extLst>
              </p14:cNvPr>
              <p14:cNvContentPartPr/>
              <p14:nvPr/>
            </p14:nvContentPartPr>
            <p14:xfrm>
              <a:off x="4960742" y="5212825"/>
              <a:ext cx="1193760" cy="5328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52EEA235-2B46-4D0F-8DDD-9FAEC09B0D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42742" y="5195185"/>
                <a:ext cx="12294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54AF4A76-BA70-476D-ABB0-EB4058A2D631}"/>
                  </a:ext>
                </a:extLst>
              </p14:cNvPr>
              <p14:cNvContentPartPr/>
              <p14:nvPr/>
            </p14:nvContentPartPr>
            <p14:xfrm>
              <a:off x="4950302" y="6032905"/>
              <a:ext cx="1291320" cy="3204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54AF4A76-BA70-476D-ABB0-EB4058A2D6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32302" y="6014905"/>
                <a:ext cx="132696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7E5FB44C-E74B-40F9-9590-3EA3199BA162}"/>
                  </a:ext>
                </a:extLst>
              </p14:cNvPr>
              <p14:cNvContentPartPr/>
              <p14:nvPr/>
            </p14:nvContentPartPr>
            <p14:xfrm>
              <a:off x="1681862" y="1459105"/>
              <a:ext cx="641520" cy="61164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7E5FB44C-E74B-40F9-9590-3EA3199BA16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63862" y="1441465"/>
                <a:ext cx="677160" cy="64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3499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6F3EAA3-F653-4295-A774-D9280054F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400"/>
          <a:stretch/>
        </p:blipFill>
        <p:spPr>
          <a:xfrm>
            <a:off x="1035292" y="1576002"/>
            <a:ext cx="7749157" cy="45725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67BF8D08-0053-4BEF-8328-B918E69A7E10}"/>
                  </a:ext>
                </a:extLst>
              </p14:cNvPr>
              <p14:cNvContentPartPr/>
              <p14:nvPr/>
            </p14:nvContentPartPr>
            <p14:xfrm>
              <a:off x="3174062" y="1944385"/>
              <a:ext cx="628920" cy="7200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67BF8D08-0053-4BEF-8328-B918E69A7E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6062" y="1926385"/>
                <a:ext cx="6645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ACB9C50B-5A16-41D8-A420-EEF732C91E4C}"/>
                  </a:ext>
                </a:extLst>
              </p14:cNvPr>
              <p14:cNvContentPartPr/>
              <p14:nvPr/>
            </p14:nvContentPartPr>
            <p14:xfrm>
              <a:off x="4014662" y="3195025"/>
              <a:ext cx="1585440" cy="2124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ACB9C50B-5A16-41D8-A420-EEF732C91E4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97022" y="3177025"/>
                <a:ext cx="16210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E3F78D13-38EC-459C-8366-47C9B8F5E695}"/>
                  </a:ext>
                </a:extLst>
              </p14:cNvPr>
              <p14:cNvContentPartPr/>
              <p14:nvPr/>
            </p14:nvContentPartPr>
            <p14:xfrm>
              <a:off x="7177982" y="2427145"/>
              <a:ext cx="1159920" cy="80460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E3F78D13-38EC-459C-8366-47C9B8F5E69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59982" y="2409145"/>
                <a:ext cx="1195560" cy="84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15D70919-04A9-40B8-9560-484128301897}"/>
                  </a:ext>
                </a:extLst>
              </p14:cNvPr>
              <p14:cNvContentPartPr/>
              <p14:nvPr/>
            </p14:nvContentPartPr>
            <p14:xfrm>
              <a:off x="3825662" y="3636385"/>
              <a:ext cx="1765440" cy="63720"/>
            </p14:xfrm>
          </p:contentPart>
        </mc:Choice>
        <mc:Fallback xmlns=""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15D70919-04A9-40B8-9560-48412830189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07662" y="3618745"/>
                <a:ext cx="180108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67AD7704-3752-4A8F-8965-805544539DD7}"/>
                  </a:ext>
                </a:extLst>
              </p14:cNvPr>
              <p14:cNvContentPartPr/>
              <p14:nvPr/>
            </p14:nvContentPartPr>
            <p14:xfrm>
              <a:off x="1177142" y="5759665"/>
              <a:ext cx="1420560" cy="11844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67AD7704-3752-4A8F-8965-805544539DD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9142" y="5741665"/>
                <a:ext cx="14562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インク 12">
                <a:extLst>
                  <a:ext uri="{FF2B5EF4-FFF2-40B4-BE49-F238E27FC236}">
                    <a16:creationId xmlns:a16="http://schemas.microsoft.com/office/drawing/2014/main" id="{09948B6A-A122-4B92-86E5-E7EBF6D69350}"/>
                  </a:ext>
                </a:extLst>
              </p14:cNvPr>
              <p14:cNvContentPartPr/>
              <p14:nvPr/>
            </p14:nvContentPartPr>
            <p14:xfrm>
              <a:off x="7493702" y="5759665"/>
              <a:ext cx="1337040" cy="360"/>
            </p14:xfrm>
          </p:contentPart>
        </mc:Choice>
        <mc:Fallback xmlns="">
          <p:pic>
            <p:nvPicPr>
              <p:cNvPr id="13" name="インク 12">
                <a:extLst>
                  <a:ext uri="{FF2B5EF4-FFF2-40B4-BE49-F238E27FC236}">
                    <a16:creationId xmlns:a16="http://schemas.microsoft.com/office/drawing/2014/main" id="{09948B6A-A122-4B92-86E5-E7EBF6D6935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75702" y="5741665"/>
                <a:ext cx="1372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FCCEAAE7-B28E-45CB-AF1A-732973D14C54}"/>
                  </a:ext>
                </a:extLst>
              </p14:cNvPr>
              <p14:cNvContentPartPr/>
              <p14:nvPr/>
            </p14:nvContentPartPr>
            <p14:xfrm>
              <a:off x="1250582" y="6211465"/>
              <a:ext cx="177480" cy="36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FCCEAAE7-B28E-45CB-AF1A-732973D14C5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232582" y="6193465"/>
                <a:ext cx="213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969A42E2-7F2C-4D29-A3FD-775DCB784C32}"/>
                  </a:ext>
                </a:extLst>
              </p14:cNvPr>
              <p14:cNvContentPartPr/>
              <p14:nvPr/>
            </p14:nvContentPartPr>
            <p14:xfrm>
              <a:off x="4643222" y="4960825"/>
              <a:ext cx="89640" cy="34380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969A42E2-7F2C-4D29-A3FD-775DCB784C3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625582" y="4942825"/>
                <a:ext cx="12528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D62D026E-BE45-4F5E-9D45-D39C0836654E}"/>
                  </a:ext>
                </a:extLst>
              </p14:cNvPr>
              <p14:cNvContentPartPr/>
              <p14:nvPr/>
            </p14:nvContentPartPr>
            <p14:xfrm>
              <a:off x="7735982" y="4918705"/>
              <a:ext cx="95040" cy="40032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D62D026E-BE45-4F5E-9D45-D39C0836654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17982" y="4900705"/>
                <a:ext cx="1306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806B9448-869C-4201-B340-98A9B83997DC}"/>
                  </a:ext>
                </a:extLst>
              </p14:cNvPr>
              <p14:cNvContentPartPr/>
              <p14:nvPr/>
            </p14:nvContentPartPr>
            <p14:xfrm>
              <a:off x="6358622" y="5118145"/>
              <a:ext cx="251280" cy="2124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806B9448-869C-4201-B340-98A9B83997D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40622" y="5100505"/>
                <a:ext cx="28692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A51C9A54-B130-4531-B176-1D90BF2C6BFF}"/>
                  </a:ext>
                </a:extLst>
              </p14:cNvPr>
              <p14:cNvContentPartPr/>
              <p14:nvPr/>
            </p14:nvContentPartPr>
            <p14:xfrm>
              <a:off x="3696062" y="5412625"/>
              <a:ext cx="174960" cy="35460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A51C9A54-B130-4531-B176-1D90BF2C6BFF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678062" y="5394985"/>
                <a:ext cx="2106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A0087C1C-5BF7-4F82-AF4B-7646C276223C}"/>
                  </a:ext>
                </a:extLst>
              </p14:cNvPr>
              <p14:cNvContentPartPr/>
              <p14:nvPr/>
            </p14:nvContentPartPr>
            <p14:xfrm>
              <a:off x="6657422" y="5349625"/>
              <a:ext cx="195480" cy="47880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A0087C1C-5BF7-4F82-AF4B-7646C276223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39782" y="5331625"/>
                <a:ext cx="23112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BF1C87B8-5540-4BE0-90F8-2112A82D2DB2}"/>
                  </a:ext>
                </a:extLst>
              </p14:cNvPr>
              <p14:cNvContentPartPr/>
              <p14:nvPr/>
            </p14:nvContentPartPr>
            <p14:xfrm>
              <a:off x="5328662" y="5622865"/>
              <a:ext cx="219600" cy="36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BF1C87B8-5540-4BE0-90F8-2112A82D2DB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310662" y="5604865"/>
                <a:ext cx="25524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11044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05D3C8-77D9-484F-B2FC-8FFAE3DB4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611"/>
          <a:stretch/>
        </p:blipFill>
        <p:spPr>
          <a:xfrm>
            <a:off x="838200" y="1690688"/>
            <a:ext cx="6716062" cy="1571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16C6E022-0BD6-446A-BDBF-755F1845E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62009"/>
            <a:ext cx="3774696" cy="3162136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867FE044-E0E8-4C62-AAEA-E1696578B65E}"/>
                  </a:ext>
                </a:extLst>
              </p14:cNvPr>
              <p14:cNvContentPartPr/>
              <p14:nvPr/>
            </p14:nvContentPartPr>
            <p14:xfrm>
              <a:off x="4960742" y="5439985"/>
              <a:ext cx="618840" cy="34128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867FE044-E0E8-4C62-AAEA-E1696578B6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42742" y="5422345"/>
                <a:ext cx="65448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6E88E91C-EF2E-4057-99CE-2188D2A174D6}"/>
                  </a:ext>
                </a:extLst>
              </p14:cNvPr>
              <p14:cNvContentPartPr/>
              <p14:nvPr/>
            </p14:nvContentPartPr>
            <p14:xfrm>
              <a:off x="1817222" y="5356105"/>
              <a:ext cx="2597400" cy="37296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6E88E91C-EF2E-4057-99CE-2188D2A174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9222" y="5338122"/>
                <a:ext cx="2633040" cy="408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E76EB0D0-2FE2-482F-82E8-F1AB6F322A91}"/>
                  </a:ext>
                </a:extLst>
              </p14:cNvPr>
              <p14:cNvContentPartPr/>
              <p14:nvPr/>
            </p14:nvContentPartPr>
            <p14:xfrm>
              <a:off x="4971182" y="5927425"/>
              <a:ext cx="536760" cy="46404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E76EB0D0-2FE2-482F-82E8-F1AB6F322A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53542" y="5909425"/>
                <a:ext cx="572400" cy="49968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図 17">
            <a:extLst>
              <a:ext uri="{FF2B5EF4-FFF2-40B4-BE49-F238E27FC236}">
                <a16:creationId xmlns:a16="http://schemas.microsoft.com/office/drawing/2014/main" id="{D56511E5-351F-40A3-BE9F-5B251519E6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5185" y="3985131"/>
            <a:ext cx="5374839" cy="1209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0D00F971-2C16-46DA-96F4-0709AB0F1C08}"/>
                  </a:ext>
                </a:extLst>
              </p14:cNvPr>
              <p14:cNvContentPartPr/>
              <p14:nvPr/>
            </p14:nvContentPartPr>
            <p14:xfrm>
              <a:off x="6820862" y="5349625"/>
              <a:ext cx="360" cy="36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0D00F971-2C16-46DA-96F4-0709AB0F1C0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03222" y="53316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7C182BFE-0C9D-4844-B92C-F3A300B0CB4C}"/>
                  </a:ext>
                </a:extLst>
              </p14:cNvPr>
              <p14:cNvContentPartPr/>
              <p14:nvPr/>
            </p14:nvContentPartPr>
            <p14:xfrm>
              <a:off x="6261422" y="4613065"/>
              <a:ext cx="995040" cy="60048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7C182BFE-0C9D-4844-B92C-F3A300B0CB4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43422" y="4595065"/>
                <a:ext cx="1030680" cy="63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インク 23">
                <a:extLst>
                  <a:ext uri="{FF2B5EF4-FFF2-40B4-BE49-F238E27FC236}">
                    <a16:creationId xmlns:a16="http://schemas.microsoft.com/office/drawing/2014/main" id="{75D25B11-E3EC-4FE5-9B72-68194E72C64C}"/>
                  </a:ext>
                </a:extLst>
              </p14:cNvPr>
              <p14:cNvContentPartPr/>
              <p14:nvPr/>
            </p14:nvContentPartPr>
            <p14:xfrm>
              <a:off x="7630862" y="3989185"/>
              <a:ext cx="389520" cy="370800"/>
            </p14:xfrm>
          </p:contentPart>
        </mc:Choice>
        <mc:Fallback xmlns="">
          <p:pic>
            <p:nvPicPr>
              <p:cNvPr id="24" name="インク 23">
                <a:extLst>
                  <a:ext uri="{FF2B5EF4-FFF2-40B4-BE49-F238E27FC236}">
                    <a16:creationId xmlns:a16="http://schemas.microsoft.com/office/drawing/2014/main" id="{75D25B11-E3EC-4FE5-9B72-68194E72C64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612862" y="3971545"/>
                <a:ext cx="42516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インク 24">
                <a:extLst>
                  <a:ext uri="{FF2B5EF4-FFF2-40B4-BE49-F238E27FC236}">
                    <a16:creationId xmlns:a16="http://schemas.microsoft.com/office/drawing/2014/main" id="{43C199CC-053E-4632-AC36-D508D0364361}"/>
                  </a:ext>
                </a:extLst>
              </p14:cNvPr>
              <p14:cNvContentPartPr/>
              <p14:nvPr/>
            </p14:nvContentPartPr>
            <p14:xfrm>
              <a:off x="6882782" y="4032745"/>
              <a:ext cx="475920" cy="287640"/>
            </p14:xfrm>
          </p:contentPart>
        </mc:Choice>
        <mc:Fallback xmlns="">
          <p:pic>
            <p:nvPicPr>
              <p:cNvPr id="25" name="インク 24">
                <a:extLst>
                  <a:ext uri="{FF2B5EF4-FFF2-40B4-BE49-F238E27FC236}">
                    <a16:creationId xmlns:a16="http://schemas.microsoft.com/office/drawing/2014/main" id="{43C199CC-053E-4632-AC36-D508D036436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865142" y="4014745"/>
                <a:ext cx="51156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インク 25">
                <a:extLst>
                  <a:ext uri="{FF2B5EF4-FFF2-40B4-BE49-F238E27FC236}">
                    <a16:creationId xmlns:a16="http://schemas.microsoft.com/office/drawing/2014/main" id="{B11C55FB-09D9-4C73-A3D5-05FAC14B7AB7}"/>
                  </a:ext>
                </a:extLst>
              </p14:cNvPr>
              <p14:cNvContentPartPr/>
              <p14:nvPr/>
            </p14:nvContentPartPr>
            <p14:xfrm>
              <a:off x="8406662" y="4235065"/>
              <a:ext cx="731520" cy="442440"/>
            </p14:xfrm>
          </p:contentPart>
        </mc:Choice>
        <mc:Fallback xmlns="">
          <p:pic>
            <p:nvPicPr>
              <p:cNvPr id="26" name="インク 25">
                <a:extLst>
                  <a:ext uri="{FF2B5EF4-FFF2-40B4-BE49-F238E27FC236}">
                    <a16:creationId xmlns:a16="http://schemas.microsoft.com/office/drawing/2014/main" id="{B11C55FB-09D9-4C73-A3D5-05FAC14B7AB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389022" y="4217425"/>
                <a:ext cx="767160" cy="47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19084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05D3C8-77D9-484F-B2FC-8FFAE3DB4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611"/>
          <a:stretch/>
        </p:blipFill>
        <p:spPr>
          <a:xfrm>
            <a:off x="838200" y="1690688"/>
            <a:ext cx="6716062" cy="15712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86D1407-A668-4AF9-BE0B-6099392D9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544" y="3261468"/>
            <a:ext cx="6379779" cy="3596532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1E44274-5D33-4837-B363-E5BEADBB0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9378" y="3582877"/>
            <a:ext cx="2362097" cy="31688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A58345AB-C71B-462D-A06E-C45409976149}"/>
                  </a:ext>
                </a:extLst>
              </p14:cNvPr>
              <p14:cNvContentPartPr/>
              <p14:nvPr/>
            </p14:nvContentPartPr>
            <p14:xfrm>
              <a:off x="2099822" y="5128585"/>
              <a:ext cx="468000" cy="40032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A58345AB-C71B-462D-A06E-C4540997614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81822" y="5110945"/>
                <a:ext cx="50364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D7CA2699-01A3-4323-B551-2910D74C719D}"/>
                  </a:ext>
                </a:extLst>
              </p14:cNvPr>
              <p14:cNvContentPartPr/>
              <p14:nvPr/>
            </p14:nvContentPartPr>
            <p14:xfrm>
              <a:off x="2142662" y="6189505"/>
              <a:ext cx="495720" cy="48996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D7CA2699-01A3-4323-B551-2910D74C719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25022" y="6171505"/>
                <a:ext cx="531360" cy="5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2224ABD4-FA9A-4B20-A8A2-8AC6E5420E80}"/>
                  </a:ext>
                </a:extLst>
              </p14:cNvPr>
              <p14:cNvContentPartPr/>
              <p14:nvPr/>
            </p14:nvContentPartPr>
            <p14:xfrm>
              <a:off x="3179822" y="5171065"/>
              <a:ext cx="111600" cy="30780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2224ABD4-FA9A-4B20-A8A2-8AC6E5420E8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162182" y="5153065"/>
                <a:ext cx="14724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インク 22">
                <a:extLst>
                  <a:ext uri="{FF2B5EF4-FFF2-40B4-BE49-F238E27FC236}">
                    <a16:creationId xmlns:a16="http://schemas.microsoft.com/office/drawing/2014/main" id="{4C6052A1-12C4-490B-85CA-71383DD6A8C3}"/>
                  </a:ext>
                </a:extLst>
              </p14:cNvPr>
              <p14:cNvContentPartPr/>
              <p14:nvPr/>
            </p14:nvContentPartPr>
            <p14:xfrm>
              <a:off x="3246422" y="6274465"/>
              <a:ext cx="169560" cy="246960"/>
            </p14:xfrm>
          </p:contentPart>
        </mc:Choice>
        <mc:Fallback xmlns="">
          <p:pic>
            <p:nvPicPr>
              <p:cNvPr id="23" name="インク 22">
                <a:extLst>
                  <a:ext uri="{FF2B5EF4-FFF2-40B4-BE49-F238E27FC236}">
                    <a16:creationId xmlns:a16="http://schemas.microsoft.com/office/drawing/2014/main" id="{4C6052A1-12C4-490B-85CA-71383DD6A8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28782" y="6256825"/>
                <a:ext cx="20520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0" name="インク 29">
                <a:extLst>
                  <a:ext uri="{FF2B5EF4-FFF2-40B4-BE49-F238E27FC236}">
                    <a16:creationId xmlns:a16="http://schemas.microsoft.com/office/drawing/2014/main" id="{D794FEA5-F91C-4C6E-B79E-7C2B788EB830}"/>
                  </a:ext>
                </a:extLst>
              </p14:cNvPr>
              <p14:cNvContentPartPr/>
              <p14:nvPr/>
            </p14:nvContentPartPr>
            <p14:xfrm>
              <a:off x="10142222" y="3878305"/>
              <a:ext cx="217080" cy="223920"/>
            </p14:xfrm>
          </p:contentPart>
        </mc:Choice>
        <mc:Fallback xmlns="">
          <p:pic>
            <p:nvPicPr>
              <p:cNvPr id="30" name="インク 29">
                <a:extLst>
                  <a:ext uri="{FF2B5EF4-FFF2-40B4-BE49-F238E27FC236}">
                    <a16:creationId xmlns:a16="http://schemas.microsoft.com/office/drawing/2014/main" id="{D794FEA5-F91C-4C6E-B79E-7C2B788EB83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124582" y="3860305"/>
                <a:ext cx="25272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2" name="インク 31">
                <a:extLst>
                  <a:ext uri="{FF2B5EF4-FFF2-40B4-BE49-F238E27FC236}">
                    <a16:creationId xmlns:a16="http://schemas.microsoft.com/office/drawing/2014/main" id="{39B33BF2-3364-44A0-B340-0C7E62CD685E}"/>
                  </a:ext>
                </a:extLst>
              </p14:cNvPr>
              <p14:cNvContentPartPr/>
              <p14:nvPr/>
            </p14:nvContentPartPr>
            <p14:xfrm>
              <a:off x="10163462" y="4256665"/>
              <a:ext cx="247680" cy="220320"/>
            </p14:xfrm>
          </p:contentPart>
        </mc:Choice>
        <mc:Fallback xmlns="">
          <p:pic>
            <p:nvPicPr>
              <p:cNvPr id="32" name="インク 31">
                <a:extLst>
                  <a:ext uri="{FF2B5EF4-FFF2-40B4-BE49-F238E27FC236}">
                    <a16:creationId xmlns:a16="http://schemas.microsoft.com/office/drawing/2014/main" id="{39B33BF2-3364-44A0-B340-0C7E62CD68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45462" y="4238665"/>
                <a:ext cx="28332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8" name="インク 37">
                <a:extLst>
                  <a:ext uri="{FF2B5EF4-FFF2-40B4-BE49-F238E27FC236}">
                    <a16:creationId xmlns:a16="http://schemas.microsoft.com/office/drawing/2014/main" id="{A3E410CC-45E8-44A8-A229-0C0A07AC66EE}"/>
                  </a:ext>
                </a:extLst>
              </p14:cNvPr>
              <p14:cNvContentPartPr/>
              <p14:nvPr/>
            </p14:nvContentPartPr>
            <p14:xfrm>
              <a:off x="8450222" y="4571665"/>
              <a:ext cx="200880" cy="204120"/>
            </p14:xfrm>
          </p:contentPart>
        </mc:Choice>
        <mc:Fallback xmlns="">
          <p:pic>
            <p:nvPicPr>
              <p:cNvPr id="38" name="インク 37">
                <a:extLst>
                  <a:ext uri="{FF2B5EF4-FFF2-40B4-BE49-F238E27FC236}">
                    <a16:creationId xmlns:a16="http://schemas.microsoft.com/office/drawing/2014/main" id="{A3E410CC-45E8-44A8-A229-0C0A07AC66E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32222" y="4554025"/>
                <a:ext cx="2365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1" name="インク 40">
                <a:extLst>
                  <a:ext uri="{FF2B5EF4-FFF2-40B4-BE49-F238E27FC236}">
                    <a16:creationId xmlns:a16="http://schemas.microsoft.com/office/drawing/2014/main" id="{C92905DB-41A0-4EFB-A132-153C0FF7D2CC}"/>
                  </a:ext>
                </a:extLst>
              </p14:cNvPr>
              <p14:cNvContentPartPr/>
              <p14:nvPr/>
            </p14:nvContentPartPr>
            <p14:xfrm>
              <a:off x="6169262" y="4834465"/>
              <a:ext cx="189720" cy="342720"/>
            </p14:xfrm>
          </p:contentPart>
        </mc:Choice>
        <mc:Fallback xmlns="">
          <p:pic>
            <p:nvPicPr>
              <p:cNvPr id="41" name="インク 40">
                <a:extLst>
                  <a:ext uri="{FF2B5EF4-FFF2-40B4-BE49-F238E27FC236}">
                    <a16:creationId xmlns:a16="http://schemas.microsoft.com/office/drawing/2014/main" id="{C92905DB-41A0-4EFB-A132-153C0FF7D2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51622" y="4816825"/>
                <a:ext cx="225360" cy="37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2" name="インク 41">
                <a:extLst>
                  <a:ext uri="{FF2B5EF4-FFF2-40B4-BE49-F238E27FC236}">
                    <a16:creationId xmlns:a16="http://schemas.microsoft.com/office/drawing/2014/main" id="{2B61F9B4-C67F-4352-8A2A-060A57A74EB7}"/>
                  </a:ext>
                </a:extLst>
              </p14:cNvPr>
              <p14:cNvContentPartPr/>
              <p14:nvPr/>
            </p14:nvContentPartPr>
            <p14:xfrm>
              <a:off x="8216582" y="5117425"/>
              <a:ext cx="538560" cy="476280"/>
            </p14:xfrm>
          </p:contentPart>
        </mc:Choice>
        <mc:Fallback xmlns="">
          <p:pic>
            <p:nvPicPr>
              <p:cNvPr id="42" name="インク 41">
                <a:extLst>
                  <a:ext uri="{FF2B5EF4-FFF2-40B4-BE49-F238E27FC236}">
                    <a16:creationId xmlns:a16="http://schemas.microsoft.com/office/drawing/2014/main" id="{2B61F9B4-C67F-4352-8A2A-060A57A74EB7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198942" y="5099785"/>
                <a:ext cx="574200" cy="51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3" name="インク 42">
                <a:extLst>
                  <a:ext uri="{FF2B5EF4-FFF2-40B4-BE49-F238E27FC236}">
                    <a16:creationId xmlns:a16="http://schemas.microsoft.com/office/drawing/2014/main" id="{DCDAD249-6FCE-432F-B2EB-ED8E0084411B}"/>
                  </a:ext>
                </a:extLst>
              </p14:cNvPr>
              <p14:cNvContentPartPr/>
              <p14:nvPr/>
            </p14:nvContentPartPr>
            <p14:xfrm>
              <a:off x="5755982" y="5580385"/>
              <a:ext cx="509040" cy="366120"/>
            </p14:xfrm>
          </p:contentPart>
        </mc:Choice>
        <mc:Fallback xmlns="">
          <p:pic>
            <p:nvPicPr>
              <p:cNvPr id="43" name="インク 42">
                <a:extLst>
                  <a:ext uri="{FF2B5EF4-FFF2-40B4-BE49-F238E27FC236}">
                    <a16:creationId xmlns:a16="http://schemas.microsoft.com/office/drawing/2014/main" id="{DCDAD249-6FCE-432F-B2EB-ED8E0084411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38342" y="5562385"/>
                <a:ext cx="54468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4" name="インク 43">
                <a:extLst>
                  <a:ext uri="{FF2B5EF4-FFF2-40B4-BE49-F238E27FC236}">
                    <a16:creationId xmlns:a16="http://schemas.microsoft.com/office/drawing/2014/main" id="{117F681D-EE8F-47C1-ADE1-EE4A46FFE8E6}"/>
                  </a:ext>
                </a:extLst>
              </p14:cNvPr>
              <p14:cNvContentPartPr/>
              <p14:nvPr/>
            </p14:nvContentPartPr>
            <p14:xfrm>
              <a:off x="5629982" y="5203105"/>
              <a:ext cx="163440" cy="289800"/>
            </p14:xfrm>
          </p:contentPart>
        </mc:Choice>
        <mc:Fallback xmlns="">
          <p:pic>
            <p:nvPicPr>
              <p:cNvPr id="44" name="インク 43">
                <a:extLst>
                  <a:ext uri="{FF2B5EF4-FFF2-40B4-BE49-F238E27FC236}">
                    <a16:creationId xmlns:a16="http://schemas.microsoft.com/office/drawing/2014/main" id="{117F681D-EE8F-47C1-ADE1-EE4A46FFE8E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611982" y="5185465"/>
                <a:ext cx="199080" cy="32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3549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046" y="136635"/>
            <a:ext cx="10515600" cy="842087"/>
          </a:xfrm>
        </p:spPr>
        <p:txBody>
          <a:bodyPr>
            <a:normAutofit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4D07C3-19C3-4550-8C1A-CD513B55B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46" y="978722"/>
            <a:ext cx="5510051" cy="418475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8C235CC-468E-4ED9-B711-3772F0056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949" y="3452844"/>
            <a:ext cx="6363588" cy="2800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9ACF6D88-F29B-4AE6-8DED-CC87B85D2ED4}"/>
                  </a:ext>
                </a:extLst>
              </p14:cNvPr>
              <p14:cNvContentPartPr/>
              <p14:nvPr/>
            </p14:nvContentPartPr>
            <p14:xfrm>
              <a:off x="6432223" y="3838345"/>
              <a:ext cx="2820600" cy="22932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9ACF6D88-F29B-4AE6-8DED-CC87B85D2E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14223" y="3820705"/>
                <a:ext cx="285624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870281A4-982E-4C77-B64D-089BEECEAF24}"/>
                  </a:ext>
                </a:extLst>
              </p14:cNvPr>
              <p14:cNvContentPartPr/>
              <p14:nvPr/>
            </p14:nvContentPartPr>
            <p14:xfrm>
              <a:off x="10194943" y="4025185"/>
              <a:ext cx="282240" cy="32796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870281A4-982E-4C77-B64D-089BEECEAF2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176943" y="4007545"/>
                <a:ext cx="31788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インク 24">
                <a:extLst>
                  <a:ext uri="{FF2B5EF4-FFF2-40B4-BE49-F238E27FC236}">
                    <a16:creationId xmlns:a16="http://schemas.microsoft.com/office/drawing/2014/main" id="{30679AA9-28FB-4E65-B1FF-2E122A1907F3}"/>
                  </a:ext>
                </a:extLst>
              </p14:cNvPr>
              <p14:cNvContentPartPr/>
              <p14:nvPr/>
            </p14:nvContentPartPr>
            <p14:xfrm>
              <a:off x="913063" y="4559425"/>
              <a:ext cx="434520" cy="548280"/>
            </p14:xfrm>
          </p:contentPart>
        </mc:Choice>
        <mc:Fallback xmlns="">
          <p:pic>
            <p:nvPicPr>
              <p:cNvPr id="25" name="インク 24">
                <a:extLst>
                  <a:ext uri="{FF2B5EF4-FFF2-40B4-BE49-F238E27FC236}">
                    <a16:creationId xmlns:a16="http://schemas.microsoft.com/office/drawing/2014/main" id="{30679AA9-28FB-4E65-B1FF-2E122A1907F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5423" y="4541785"/>
                <a:ext cx="47016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インク 26">
                <a:extLst>
                  <a:ext uri="{FF2B5EF4-FFF2-40B4-BE49-F238E27FC236}">
                    <a16:creationId xmlns:a16="http://schemas.microsoft.com/office/drawing/2014/main" id="{4BC97DFE-6C60-43D5-B9C5-CE83393E65AF}"/>
                  </a:ext>
                </a:extLst>
              </p14:cNvPr>
              <p14:cNvContentPartPr/>
              <p14:nvPr/>
            </p14:nvContentPartPr>
            <p14:xfrm>
              <a:off x="5617183" y="5108425"/>
              <a:ext cx="234360" cy="251640"/>
            </p14:xfrm>
          </p:contentPart>
        </mc:Choice>
        <mc:Fallback xmlns="">
          <p:pic>
            <p:nvPicPr>
              <p:cNvPr id="27" name="インク 26">
                <a:extLst>
                  <a:ext uri="{FF2B5EF4-FFF2-40B4-BE49-F238E27FC236}">
                    <a16:creationId xmlns:a16="http://schemas.microsoft.com/office/drawing/2014/main" id="{4BC97DFE-6C60-43D5-B9C5-CE83393E65A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99543" y="5090785"/>
                <a:ext cx="270000" cy="28728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図 28">
            <a:extLst>
              <a:ext uri="{FF2B5EF4-FFF2-40B4-BE49-F238E27FC236}">
                <a16:creationId xmlns:a16="http://schemas.microsoft.com/office/drawing/2014/main" id="{5103B3E3-DD61-42C7-8993-D9EF63A060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33846" y="1751870"/>
            <a:ext cx="6442844" cy="1665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6C92111D-8089-4101-8B81-B8B5BA5A7DF9}"/>
                  </a:ext>
                </a:extLst>
              </p14:cNvPr>
              <p14:cNvContentPartPr/>
              <p14:nvPr/>
            </p14:nvContentPartPr>
            <p14:xfrm>
              <a:off x="8134663" y="2701105"/>
              <a:ext cx="779040" cy="53532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6C92111D-8089-4101-8B81-B8B5BA5A7DF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17023" y="2683105"/>
                <a:ext cx="814680" cy="57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6" name="インク 35">
                <a:extLst>
                  <a:ext uri="{FF2B5EF4-FFF2-40B4-BE49-F238E27FC236}">
                    <a16:creationId xmlns:a16="http://schemas.microsoft.com/office/drawing/2014/main" id="{11B1BB27-CFD9-483A-BA69-EDEC69CD1AB1}"/>
                  </a:ext>
                </a:extLst>
              </p14:cNvPr>
              <p14:cNvContentPartPr/>
              <p14:nvPr/>
            </p14:nvContentPartPr>
            <p14:xfrm>
              <a:off x="2249023" y="2217625"/>
              <a:ext cx="10800" cy="360"/>
            </p14:xfrm>
          </p:contentPart>
        </mc:Choice>
        <mc:Fallback xmlns="">
          <p:pic>
            <p:nvPicPr>
              <p:cNvPr id="36" name="インク 35">
                <a:extLst>
                  <a:ext uri="{FF2B5EF4-FFF2-40B4-BE49-F238E27FC236}">
                    <a16:creationId xmlns:a16="http://schemas.microsoft.com/office/drawing/2014/main" id="{11B1BB27-CFD9-483A-BA69-EDEC69CD1AB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31383" y="2199625"/>
                <a:ext cx="46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029F8BB9-FAD6-44CB-9F1C-8F719475C669}"/>
                  </a:ext>
                </a:extLst>
              </p14:cNvPr>
              <p14:cNvContentPartPr/>
              <p14:nvPr/>
            </p14:nvContentPartPr>
            <p14:xfrm>
              <a:off x="546720" y="1845995"/>
              <a:ext cx="395280" cy="3672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029F8BB9-FAD6-44CB-9F1C-8F719475C669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2720" y="1738355"/>
                <a:ext cx="502920" cy="2523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AD2A62E-99F1-4CE3-BBFB-E30268ECE659}"/>
              </a:ext>
            </a:extLst>
          </p:cNvPr>
          <p:cNvSpPr txBox="1"/>
          <p:nvPr/>
        </p:nvSpPr>
        <p:spPr>
          <a:xfrm>
            <a:off x="220248" y="1238397"/>
            <a:ext cx="104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2024</a:t>
            </a:r>
            <a:r>
              <a:rPr kumimoji="1" lang="ja-JP" altLang="en-US" b="1" dirty="0">
                <a:solidFill>
                  <a:srgbClr val="FF0000"/>
                </a:solidFill>
              </a:rPr>
              <a:t>年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84F7C12-00D3-4403-AD8C-E81F4055336A}"/>
              </a:ext>
            </a:extLst>
          </p:cNvPr>
          <p:cNvSpPr txBox="1"/>
          <p:nvPr/>
        </p:nvSpPr>
        <p:spPr>
          <a:xfrm>
            <a:off x="744360" y="5154534"/>
            <a:ext cx="104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③反例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D5D48F3A-BAE0-4EC7-944B-437D4677EC00}"/>
                  </a:ext>
                </a:extLst>
              </p14:cNvPr>
              <p14:cNvContentPartPr/>
              <p14:nvPr/>
            </p14:nvContentPartPr>
            <p14:xfrm>
              <a:off x="3611760" y="3145595"/>
              <a:ext cx="369000" cy="75204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D5D48F3A-BAE0-4EC7-944B-437D4677EC0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94120" y="3127955"/>
                <a:ext cx="404640" cy="78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9D296BC3-EFC5-4B81-A839-0F7AD251E596}"/>
                  </a:ext>
                </a:extLst>
              </p14:cNvPr>
              <p14:cNvContentPartPr/>
              <p14:nvPr/>
            </p14:nvContentPartPr>
            <p14:xfrm>
              <a:off x="1281840" y="5316035"/>
              <a:ext cx="360" cy="36000"/>
            </p14:xfrm>
          </p:contentPart>
        </mc:Choice>
        <mc:Fallback xmlns=""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9D296BC3-EFC5-4B81-A839-0F7AD251E59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263840" y="5298213"/>
                <a:ext cx="36000" cy="71287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3E06A50-C881-407F-8DBE-898E135987F9}"/>
              </a:ext>
            </a:extLst>
          </p:cNvPr>
          <p:cNvSpPr txBox="1"/>
          <p:nvPr/>
        </p:nvSpPr>
        <p:spPr>
          <a:xfrm>
            <a:off x="3927708" y="3469013"/>
            <a:ext cx="104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②</a:t>
            </a:r>
            <a:r>
              <a:rPr kumimoji="1" lang="ja-JP" altLang="en-US" b="1" dirty="0">
                <a:solidFill>
                  <a:srgbClr val="FF0000"/>
                </a:solidFill>
              </a:rPr>
              <a:t>反例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DFA859C4-06EA-4FC3-B084-10D35184D742}"/>
                  </a:ext>
                </a:extLst>
              </p14:cNvPr>
              <p14:cNvContentPartPr/>
              <p14:nvPr/>
            </p14:nvContentPartPr>
            <p14:xfrm>
              <a:off x="8265120" y="4742195"/>
              <a:ext cx="2814480" cy="34164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DFA859C4-06EA-4FC3-B084-10D35184D74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47480" y="4724195"/>
                <a:ext cx="285012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84966096-6654-4E04-81B8-D6F7C029929E}"/>
                  </a:ext>
                </a:extLst>
              </p14:cNvPr>
              <p14:cNvContentPartPr/>
              <p14:nvPr/>
            </p14:nvContentPartPr>
            <p14:xfrm>
              <a:off x="4580880" y="3549875"/>
              <a:ext cx="360" cy="36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84966096-6654-4E04-81B8-D6F7C029929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62880" y="353187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9895F932-2162-4C32-9818-91342895BF38}"/>
                  </a:ext>
                </a:extLst>
              </p14:cNvPr>
              <p14:cNvContentPartPr/>
              <p14:nvPr/>
            </p14:nvContentPartPr>
            <p14:xfrm>
              <a:off x="1219200" y="5369675"/>
              <a:ext cx="360" cy="36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9895F932-2162-4C32-9818-91342895BF3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01200" y="535203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3B3EF04F-FF81-43D9-BA60-DE93D25E425E}"/>
                  </a:ext>
                </a:extLst>
              </p14:cNvPr>
              <p14:cNvContentPartPr/>
              <p14:nvPr/>
            </p14:nvContentPartPr>
            <p14:xfrm>
              <a:off x="1470120" y="5387675"/>
              <a:ext cx="360" cy="36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3B3EF04F-FF81-43D9-BA60-DE93D25E425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452120" y="536967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インク 23">
                <a:extLst>
                  <a:ext uri="{FF2B5EF4-FFF2-40B4-BE49-F238E27FC236}">
                    <a16:creationId xmlns:a16="http://schemas.microsoft.com/office/drawing/2014/main" id="{D8617662-4E4B-433F-9CA9-21B4DC1C393E}"/>
                  </a:ext>
                </a:extLst>
              </p14:cNvPr>
              <p14:cNvContentPartPr/>
              <p14:nvPr/>
            </p14:nvContentPartPr>
            <p14:xfrm>
              <a:off x="-564960" y="5316035"/>
              <a:ext cx="360" cy="360"/>
            </p14:xfrm>
          </p:contentPart>
        </mc:Choice>
        <mc:Fallback xmlns="">
          <p:pic>
            <p:nvPicPr>
              <p:cNvPr id="24" name="インク 23">
                <a:extLst>
                  <a:ext uri="{FF2B5EF4-FFF2-40B4-BE49-F238E27FC236}">
                    <a16:creationId xmlns:a16="http://schemas.microsoft.com/office/drawing/2014/main" id="{D8617662-4E4B-433F-9CA9-21B4DC1C393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-582600" y="529803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8" name="インク 27">
                <a:extLst>
                  <a:ext uri="{FF2B5EF4-FFF2-40B4-BE49-F238E27FC236}">
                    <a16:creationId xmlns:a16="http://schemas.microsoft.com/office/drawing/2014/main" id="{A28E3D10-F78C-4E4B-9C9C-092F46942368}"/>
                  </a:ext>
                </a:extLst>
              </p14:cNvPr>
              <p14:cNvContentPartPr/>
              <p14:nvPr/>
            </p14:nvContentPartPr>
            <p14:xfrm>
              <a:off x="1206600" y="5235035"/>
              <a:ext cx="3960" cy="27360"/>
            </p14:xfrm>
          </p:contentPart>
        </mc:Choice>
        <mc:Fallback xmlns="">
          <p:pic>
            <p:nvPicPr>
              <p:cNvPr id="28" name="インク 27">
                <a:extLst>
                  <a:ext uri="{FF2B5EF4-FFF2-40B4-BE49-F238E27FC236}">
                    <a16:creationId xmlns:a16="http://schemas.microsoft.com/office/drawing/2014/main" id="{A28E3D10-F78C-4E4B-9C9C-092F4694236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88600" y="5217395"/>
                <a:ext cx="396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インク 29">
                <a:extLst>
                  <a:ext uri="{FF2B5EF4-FFF2-40B4-BE49-F238E27FC236}">
                    <a16:creationId xmlns:a16="http://schemas.microsoft.com/office/drawing/2014/main" id="{72D77204-65E0-4B21-A438-3F514912D41E}"/>
                  </a:ext>
                </a:extLst>
              </p14:cNvPr>
              <p14:cNvContentPartPr/>
              <p14:nvPr/>
            </p14:nvContentPartPr>
            <p14:xfrm>
              <a:off x="4365600" y="3585875"/>
              <a:ext cx="360" cy="360"/>
            </p14:xfrm>
          </p:contentPart>
        </mc:Choice>
        <mc:Fallback xmlns="">
          <p:pic>
            <p:nvPicPr>
              <p:cNvPr id="30" name="インク 29">
                <a:extLst>
                  <a:ext uri="{FF2B5EF4-FFF2-40B4-BE49-F238E27FC236}">
                    <a16:creationId xmlns:a16="http://schemas.microsoft.com/office/drawing/2014/main" id="{72D77204-65E0-4B21-A438-3F514912D41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347960" y="3567875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AF9ABEC-CDAF-42EB-914B-0B6396B06DD4}"/>
              </a:ext>
            </a:extLst>
          </p:cNvPr>
          <p:cNvSpPr txBox="1"/>
          <p:nvPr/>
        </p:nvSpPr>
        <p:spPr>
          <a:xfrm>
            <a:off x="4245217" y="5097013"/>
            <a:ext cx="1048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①</a:t>
            </a:r>
            <a:r>
              <a:rPr kumimoji="1" lang="ja-JP" altLang="en-US" b="1" dirty="0">
                <a:solidFill>
                  <a:srgbClr val="FF0000"/>
                </a:solidFill>
              </a:rPr>
              <a:t>反例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6343FCF2-563E-45C6-ACDF-97BE3CA2F632}"/>
                  </a:ext>
                </a:extLst>
              </p14:cNvPr>
              <p14:cNvContentPartPr/>
              <p14:nvPr/>
            </p14:nvContentPartPr>
            <p14:xfrm>
              <a:off x="4650360" y="4561835"/>
              <a:ext cx="515160" cy="50364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6343FCF2-563E-45C6-ACDF-97BE3CA2F63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632360" y="4543835"/>
                <a:ext cx="550800" cy="5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3" name="インク 32">
                <a:extLst>
                  <a:ext uri="{FF2B5EF4-FFF2-40B4-BE49-F238E27FC236}">
                    <a16:creationId xmlns:a16="http://schemas.microsoft.com/office/drawing/2014/main" id="{52B82178-2911-425D-8CA0-88539E3B30CE}"/>
                  </a:ext>
                </a:extLst>
              </p14:cNvPr>
              <p14:cNvContentPartPr/>
              <p14:nvPr/>
            </p14:nvContentPartPr>
            <p14:xfrm>
              <a:off x="5699760" y="3438275"/>
              <a:ext cx="116280" cy="246240"/>
            </p14:xfrm>
          </p:contentPart>
        </mc:Choice>
        <mc:Fallback xmlns="">
          <p:pic>
            <p:nvPicPr>
              <p:cNvPr id="33" name="インク 32">
                <a:extLst>
                  <a:ext uri="{FF2B5EF4-FFF2-40B4-BE49-F238E27FC236}">
                    <a16:creationId xmlns:a16="http://schemas.microsoft.com/office/drawing/2014/main" id="{52B82178-2911-425D-8CA0-88539E3B30C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681760" y="3420635"/>
                <a:ext cx="1519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4" name="インク 33">
                <a:extLst>
                  <a:ext uri="{FF2B5EF4-FFF2-40B4-BE49-F238E27FC236}">
                    <a16:creationId xmlns:a16="http://schemas.microsoft.com/office/drawing/2014/main" id="{7B2D6F84-587A-4B0B-AF67-23B381F3B797}"/>
                  </a:ext>
                </a:extLst>
              </p14:cNvPr>
              <p14:cNvContentPartPr/>
              <p14:nvPr/>
            </p14:nvContentPartPr>
            <p14:xfrm>
              <a:off x="8684520" y="5478035"/>
              <a:ext cx="299160" cy="279000"/>
            </p14:xfrm>
          </p:contentPart>
        </mc:Choice>
        <mc:Fallback xmlns="">
          <p:pic>
            <p:nvPicPr>
              <p:cNvPr id="34" name="インク 33">
                <a:extLst>
                  <a:ext uri="{FF2B5EF4-FFF2-40B4-BE49-F238E27FC236}">
                    <a16:creationId xmlns:a16="http://schemas.microsoft.com/office/drawing/2014/main" id="{7B2D6F84-587A-4B0B-AF67-23B381F3B79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66880" y="5460035"/>
                <a:ext cx="334800" cy="31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74267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25B60A-9A20-4983-B7EF-468A61D7C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42" y="1383800"/>
            <a:ext cx="6916115" cy="5153744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3B1773-A6A1-4AD0-980E-C29DF56A4A3E}"/>
              </a:ext>
            </a:extLst>
          </p:cNvPr>
          <p:cNvSpPr txBox="1"/>
          <p:nvPr/>
        </p:nvSpPr>
        <p:spPr>
          <a:xfrm>
            <a:off x="367553" y="1622440"/>
            <a:ext cx="2599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プログラミングの出力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散布図，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相関係数</a:t>
            </a:r>
          </a:p>
        </p:txBody>
      </p:sp>
    </p:spTree>
    <p:extLst>
      <p:ext uri="{BB962C8B-B14F-4D97-AF65-F5344CB8AC3E}">
        <p14:creationId xmlns:p14="http://schemas.microsoft.com/office/powerpoint/2010/main" val="2665632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4B045AA-1236-4798-B152-C3182FA7B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539" y="1141141"/>
            <a:ext cx="6954220" cy="54585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E9E5C223-48BA-4A97-B737-11B70593EAD4}"/>
                  </a:ext>
                </a:extLst>
              </p14:cNvPr>
              <p14:cNvContentPartPr/>
              <p14:nvPr/>
            </p14:nvContentPartPr>
            <p14:xfrm>
              <a:off x="5381023" y="3426145"/>
              <a:ext cx="3292200" cy="6372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E9E5C223-48BA-4A97-B737-11B70593EA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3383" y="3408505"/>
                <a:ext cx="33278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C06BEAC9-B95D-457D-8511-53C4ABF37226}"/>
                  </a:ext>
                </a:extLst>
              </p14:cNvPr>
              <p14:cNvContentPartPr/>
              <p14:nvPr/>
            </p14:nvContentPartPr>
            <p14:xfrm>
              <a:off x="2511823" y="3688225"/>
              <a:ext cx="3151800" cy="6696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C06BEAC9-B95D-457D-8511-53C4ABF372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93823" y="3670585"/>
                <a:ext cx="318744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8ABC7667-D7D8-4833-AFA3-95FBC9BE370B}"/>
                  </a:ext>
                </a:extLst>
              </p14:cNvPr>
              <p14:cNvContentPartPr/>
              <p14:nvPr/>
            </p14:nvContentPartPr>
            <p14:xfrm>
              <a:off x="7546423" y="3720625"/>
              <a:ext cx="398880" cy="1080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8ABC7667-D7D8-4833-AFA3-95FBC9BE37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28423" y="3702625"/>
                <a:ext cx="4345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0D028EB7-17B1-4413-9BF8-B5F10AAF0D90}"/>
                  </a:ext>
                </a:extLst>
              </p14:cNvPr>
              <p14:cNvContentPartPr/>
              <p14:nvPr/>
            </p14:nvContentPartPr>
            <p14:xfrm>
              <a:off x="5023903" y="4025185"/>
              <a:ext cx="493200" cy="1116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0D028EB7-17B1-4413-9BF8-B5F10AAF0D9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05903" y="4007545"/>
                <a:ext cx="5288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8841D18B-8F4D-4092-A597-C71A483DE3C3}"/>
                  </a:ext>
                </a:extLst>
              </p14:cNvPr>
              <p14:cNvContentPartPr/>
              <p14:nvPr/>
            </p14:nvContentPartPr>
            <p14:xfrm>
              <a:off x="7880143" y="3770665"/>
              <a:ext cx="970560" cy="2970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8841D18B-8F4D-4092-A597-C71A483DE3C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62503" y="3752665"/>
                <a:ext cx="100620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F4D3D882-5BAA-4845-9F75-F7A3511F0FDE}"/>
                  </a:ext>
                </a:extLst>
              </p14:cNvPr>
              <p14:cNvContentPartPr/>
              <p14:nvPr/>
            </p14:nvContentPartPr>
            <p14:xfrm>
              <a:off x="3941023" y="2869225"/>
              <a:ext cx="928440" cy="27396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F4D3D882-5BAA-4845-9F75-F7A3511F0FD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23383" y="2851225"/>
                <a:ext cx="9640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F8031266-D2D4-43FD-87AB-BCCC8AF8D26E}"/>
                  </a:ext>
                </a:extLst>
              </p14:cNvPr>
              <p14:cNvContentPartPr/>
              <p14:nvPr/>
            </p14:nvContentPartPr>
            <p14:xfrm>
              <a:off x="3413623" y="5977105"/>
              <a:ext cx="2736000" cy="37476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F8031266-D2D4-43FD-87AB-BCCC8AF8D26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95983" y="5959105"/>
                <a:ext cx="2771640" cy="41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51907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689AE9-512E-4412-AD30-8533AD837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35" y="1051034"/>
            <a:ext cx="7434820" cy="556981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9FFD66-E912-4090-B3A7-C95C3CCA5CF1}"/>
              </a:ext>
            </a:extLst>
          </p:cNvPr>
          <p:cNvSpPr txBox="1"/>
          <p:nvPr/>
        </p:nvSpPr>
        <p:spPr>
          <a:xfrm>
            <a:off x="8754035" y="1667263"/>
            <a:ext cx="2599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プログラミングの出力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箱</a:t>
            </a:r>
            <a:r>
              <a:rPr lang="ja-JP" altLang="en-US" b="1" dirty="0" err="1">
                <a:solidFill>
                  <a:srgbClr val="FF0000"/>
                </a:solidFill>
              </a:rPr>
              <a:t>ひげ</a:t>
            </a:r>
            <a:r>
              <a:rPr lang="ja-JP" altLang="en-US" b="1" dirty="0">
                <a:solidFill>
                  <a:srgbClr val="FF0000"/>
                </a:solidFill>
              </a:rPr>
              <a:t>図</a:t>
            </a:r>
            <a:endParaRPr lang="en-US" altLang="ja-JP" b="1" dirty="0">
              <a:solidFill>
                <a:srgbClr val="FF0000"/>
              </a:solidFill>
            </a:endParaRPr>
          </a:p>
          <a:p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9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45962C-72DB-48E1-9F13-CBAD9657D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215069"/>
            <a:ext cx="7302981" cy="546951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B4BA3E52-9B57-4264-B600-46B848104A96}"/>
                  </a:ext>
                </a:extLst>
              </p14:cNvPr>
              <p14:cNvContentPartPr/>
              <p14:nvPr/>
            </p14:nvContentPartPr>
            <p14:xfrm>
              <a:off x="4770103" y="3445945"/>
              <a:ext cx="930600" cy="69516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B4BA3E52-9B57-4264-B600-46B848104A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2103" y="3427945"/>
                <a:ext cx="966240" cy="73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0A98A5BF-CE68-41EA-9B72-23C3BAA3387D}"/>
                  </a:ext>
                </a:extLst>
              </p14:cNvPr>
              <p14:cNvContentPartPr/>
              <p14:nvPr/>
            </p14:nvContentPartPr>
            <p14:xfrm>
              <a:off x="840703" y="4869025"/>
              <a:ext cx="244080" cy="20628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0A98A5BF-CE68-41EA-9B72-23C3BAA338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2703" y="4851385"/>
                <a:ext cx="2797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インク 11">
                <a:extLst>
                  <a:ext uri="{FF2B5EF4-FFF2-40B4-BE49-F238E27FC236}">
                    <a16:creationId xmlns:a16="http://schemas.microsoft.com/office/drawing/2014/main" id="{348F1F63-A828-4B9E-AFDC-80C26CBB4281}"/>
                  </a:ext>
                </a:extLst>
              </p14:cNvPr>
              <p14:cNvContentPartPr/>
              <p14:nvPr/>
            </p14:nvContentPartPr>
            <p14:xfrm>
              <a:off x="777703" y="5959105"/>
              <a:ext cx="314640" cy="410400"/>
            </p14:xfrm>
          </p:contentPart>
        </mc:Choice>
        <mc:Fallback xmlns="">
          <p:pic>
            <p:nvPicPr>
              <p:cNvPr id="12" name="インク 11">
                <a:extLst>
                  <a:ext uri="{FF2B5EF4-FFF2-40B4-BE49-F238E27FC236}">
                    <a16:creationId xmlns:a16="http://schemas.microsoft.com/office/drawing/2014/main" id="{348F1F63-A828-4B9E-AFDC-80C26CBB42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9703" y="5941465"/>
                <a:ext cx="350280" cy="44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6CD79A44-EC94-44C8-B4FA-CA608C9D9E2D}"/>
                  </a:ext>
                </a:extLst>
              </p14:cNvPr>
              <p14:cNvContentPartPr/>
              <p14:nvPr/>
            </p14:nvContentPartPr>
            <p14:xfrm>
              <a:off x="8418703" y="4266745"/>
              <a:ext cx="281880" cy="32508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6CD79A44-EC94-44C8-B4FA-CA608C9D9E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00703" y="4249105"/>
                <a:ext cx="31752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E8528B58-94AB-4572-94B5-CD7337EB47A0}"/>
                  </a:ext>
                </a:extLst>
              </p14:cNvPr>
              <p14:cNvContentPartPr/>
              <p14:nvPr/>
            </p14:nvContentPartPr>
            <p14:xfrm>
              <a:off x="8870503" y="4245145"/>
              <a:ext cx="110520" cy="28404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E8528B58-94AB-4572-94B5-CD7337EB47A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52863" y="4227505"/>
                <a:ext cx="1461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4" name="インク 33">
                <a:extLst>
                  <a:ext uri="{FF2B5EF4-FFF2-40B4-BE49-F238E27FC236}">
                    <a16:creationId xmlns:a16="http://schemas.microsoft.com/office/drawing/2014/main" id="{0DCE7E6F-DD81-4294-A747-C9D6DB1C38DD}"/>
                  </a:ext>
                </a:extLst>
              </p14:cNvPr>
              <p14:cNvContentPartPr/>
              <p14:nvPr/>
            </p14:nvContentPartPr>
            <p14:xfrm>
              <a:off x="9185863" y="4845265"/>
              <a:ext cx="105120" cy="325440"/>
            </p14:xfrm>
          </p:contentPart>
        </mc:Choice>
        <mc:Fallback xmlns="">
          <p:pic>
            <p:nvPicPr>
              <p:cNvPr id="34" name="インク 33">
                <a:extLst>
                  <a:ext uri="{FF2B5EF4-FFF2-40B4-BE49-F238E27FC236}">
                    <a16:creationId xmlns:a16="http://schemas.microsoft.com/office/drawing/2014/main" id="{0DCE7E6F-DD81-4294-A747-C9D6DB1C38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167863" y="4827265"/>
                <a:ext cx="14076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BAA6D353-F491-474B-8409-4CB9C638EE06}"/>
                  </a:ext>
                </a:extLst>
              </p14:cNvPr>
              <p14:cNvContentPartPr/>
              <p14:nvPr/>
            </p14:nvContentPartPr>
            <p14:xfrm>
              <a:off x="8740183" y="4824025"/>
              <a:ext cx="360720" cy="38844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BAA6D353-F491-474B-8409-4CB9C638EE0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722543" y="4806369"/>
                <a:ext cx="396360" cy="4241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6" name="インク 35">
                <a:extLst>
                  <a:ext uri="{FF2B5EF4-FFF2-40B4-BE49-F238E27FC236}">
                    <a16:creationId xmlns:a16="http://schemas.microsoft.com/office/drawing/2014/main" id="{EC772431-8C03-4202-9132-78B67D05A7BD}"/>
                  </a:ext>
                </a:extLst>
              </p14:cNvPr>
              <p14:cNvContentPartPr/>
              <p14:nvPr/>
            </p14:nvContentPartPr>
            <p14:xfrm>
              <a:off x="9112423" y="4267105"/>
              <a:ext cx="920160" cy="284040"/>
            </p14:xfrm>
          </p:contentPart>
        </mc:Choice>
        <mc:Fallback xmlns="">
          <p:pic>
            <p:nvPicPr>
              <p:cNvPr id="36" name="インク 35">
                <a:extLst>
                  <a:ext uri="{FF2B5EF4-FFF2-40B4-BE49-F238E27FC236}">
                    <a16:creationId xmlns:a16="http://schemas.microsoft.com/office/drawing/2014/main" id="{EC772431-8C03-4202-9132-78B67D05A7B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094430" y="4249128"/>
                <a:ext cx="955786" cy="3196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9" name="インク 38">
                <a:extLst>
                  <a:ext uri="{FF2B5EF4-FFF2-40B4-BE49-F238E27FC236}">
                    <a16:creationId xmlns:a16="http://schemas.microsoft.com/office/drawing/2014/main" id="{2DB7B343-A93B-487F-B0FD-0CE92B0B8158}"/>
                  </a:ext>
                </a:extLst>
              </p14:cNvPr>
              <p14:cNvContentPartPr/>
              <p14:nvPr/>
            </p14:nvContentPartPr>
            <p14:xfrm>
              <a:off x="9511663" y="4834465"/>
              <a:ext cx="292680" cy="330120"/>
            </p14:xfrm>
          </p:contentPart>
        </mc:Choice>
        <mc:Fallback xmlns="">
          <p:pic>
            <p:nvPicPr>
              <p:cNvPr id="39" name="インク 38">
                <a:extLst>
                  <a:ext uri="{FF2B5EF4-FFF2-40B4-BE49-F238E27FC236}">
                    <a16:creationId xmlns:a16="http://schemas.microsoft.com/office/drawing/2014/main" id="{2DB7B343-A93B-487F-B0FD-0CE92B0B815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494023" y="4816806"/>
                <a:ext cx="328320" cy="3657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4" name="インク 43">
                <a:extLst>
                  <a:ext uri="{FF2B5EF4-FFF2-40B4-BE49-F238E27FC236}">
                    <a16:creationId xmlns:a16="http://schemas.microsoft.com/office/drawing/2014/main" id="{F7BD1E03-E578-4427-85A2-761BE9CB08B8}"/>
                  </a:ext>
                </a:extLst>
              </p14:cNvPr>
              <p14:cNvContentPartPr/>
              <p14:nvPr/>
            </p14:nvContentPartPr>
            <p14:xfrm>
              <a:off x="10068583" y="4833025"/>
              <a:ext cx="542160" cy="423720"/>
            </p14:xfrm>
          </p:contentPart>
        </mc:Choice>
        <mc:Fallback xmlns="">
          <p:pic>
            <p:nvPicPr>
              <p:cNvPr id="44" name="インク 43">
                <a:extLst>
                  <a:ext uri="{FF2B5EF4-FFF2-40B4-BE49-F238E27FC236}">
                    <a16:creationId xmlns:a16="http://schemas.microsoft.com/office/drawing/2014/main" id="{F7BD1E03-E578-4427-85A2-761BE9CB08B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050943" y="4815385"/>
                <a:ext cx="57780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5" name="インク 44">
                <a:extLst>
                  <a:ext uri="{FF2B5EF4-FFF2-40B4-BE49-F238E27FC236}">
                    <a16:creationId xmlns:a16="http://schemas.microsoft.com/office/drawing/2014/main" id="{AFDD54CC-2A7A-48EF-A71B-9D49225EE043}"/>
                  </a:ext>
                </a:extLst>
              </p14:cNvPr>
              <p14:cNvContentPartPr/>
              <p14:nvPr/>
            </p14:nvContentPartPr>
            <p14:xfrm>
              <a:off x="8687983" y="5454745"/>
              <a:ext cx="256680" cy="298800"/>
            </p14:xfrm>
          </p:contentPart>
        </mc:Choice>
        <mc:Fallback xmlns="">
          <p:pic>
            <p:nvPicPr>
              <p:cNvPr id="45" name="インク 44">
                <a:extLst>
                  <a:ext uri="{FF2B5EF4-FFF2-40B4-BE49-F238E27FC236}">
                    <a16:creationId xmlns:a16="http://schemas.microsoft.com/office/drawing/2014/main" id="{AFDD54CC-2A7A-48EF-A71B-9D49225EE04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669983" y="5436745"/>
                <a:ext cx="2923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4" name="インク 53">
                <a:extLst>
                  <a:ext uri="{FF2B5EF4-FFF2-40B4-BE49-F238E27FC236}">
                    <a16:creationId xmlns:a16="http://schemas.microsoft.com/office/drawing/2014/main" id="{EE890C52-4460-465D-BCA4-B7369FF1208C}"/>
                  </a:ext>
                </a:extLst>
              </p14:cNvPr>
              <p14:cNvContentPartPr/>
              <p14:nvPr/>
            </p14:nvContentPartPr>
            <p14:xfrm>
              <a:off x="9164983" y="5486065"/>
              <a:ext cx="361440" cy="276480"/>
            </p14:xfrm>
          </p:contentPart>
        </mc:Choice>
        <mc:Fallback xmlns="">
          <p:pic>
            <p:nvPicPr>
              <p:cNvPr id="54" name="インク 53">
                <a:extLst>
                  <a:ext uri="{FF2B5EF4-FFF2-40B4-BE49-F238E27FC236}">
                    <a16:creationId xmlns:a16="http://schemas.microsoft.com/office/drawing/2014/main" id="{EE890C52-4460-465D-BCA4-B7369FF1208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146983" y="5468425"/>
                <a:ext cx="39708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60" name="インク 59">
                <a:extLst>
                  <a:ext uri="{FF2B5EF4-FFF2-40B4-BE49-F238E27FC236}">
                    <a16:creationId xmlns:a16="http://schemas.microsoft.com/office/drawing/2014/main" id="{9DC50CB9-6057-4C61-A6A7-F1575C1C75E9}"/>
                  </a:ext>
                </a:extLst>
              </p14:cNvPr>
              <p14:cNvContentPartPr/>
              <p14:nvPr/>
            </p14:nvContentPartPr>
            <p14:xfrm>
              <a:off x="9749983" y="5464465"/>
              <a:ext cx="352440" cy="411840"/>
            </p14:xfrm>
          </p:contentPart>
        </mc:Choice>
        <mc:Fallback xmlns="">
          <p:pic>
            <p:nvPicPr>
              <p:cNvPr id="60" name="インク 59">
                <a:extLst>
                  <a:ext uri="{FF2B5EF4-FFF2-40B4-BE49-F238E27FC236}">
                    <a16:creationId xmlns:a16="http://schemas.microsoft.com/office/drawing/2014/main" id="{9DC50CB9-6057-4C61-A6A7-F1575C1C75E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731983" y="5446465"/>
                <a:ext cx="38808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67" name="インク 66">
                <a:extLst>
                  <a:ext uri="{FF2B5EF4-FFF2-40B4-BE49-F238E27FC236}">
                    <a16:creationId xmlns:a16="http://schemas.microsoft.com/office/drawing/2014/main" id="{B56100D1-EB60-44DD-A1BF-1F7DFFFF7B35}"/>
                  </a:ext>
                </a:extLst>
              </p14:cNvPr>
              <p14:cNvContentPartPr/>
              <p14:nvPr/>
            </p14:nvContentPartPr>
            <p14:xfrm>
              <a:off x="10804423" y="5402185"/>
              <a:ext cx="358920" cy="357840"/>
            </p14:xfrm>
          </p:contentPart>
        </mc:Choice>
        <mc:Fallback xmlns="">
          <p:pic>
            <p:nvPicPr>
              <p:cNvPr id="67" name="インク 66">
                <a:extLst>
                  <a:ext uri="{FF2B5EF4-FFF2-40B4-BE49-F238E27FC236}">
                    <a16:creationId xmlns:a16="http://schemas.microsoft.com/office/drawing/2014/main" id="{B56100D1-EB60-44DD-A1BF-1F7DFFFF7B3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86783" y="5384167"/>
                <a:ext cx="394560" cy="393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8" name="インク 67">
                <a:extLst>
                  <a:ext uri="{FF2B5EF4-FFF2-40B4-BE49-F238E27FC236}">
                    <a16:creationId xmlns:a16="http://schemas.microsoft.com/office/drawing/2014/main" id="{72C9EAD5-38E3-4247-B7F1-45A28FD6C0EA}"/>
                  </a:ext>
                </a:extLst>
              </p14:cNvPr>
              <p14:cNvContentPartPr/>
              <p14:nvPr/>
            </p14:nvContentPartPr>
            <p14:xfrm>
              <a:off x="10383943" y="5444305"/>
              <a:ext cx="249480" cy="371520"/>
            </p14:xfrm>
          </p:contentPart>
        </mc:Choice>
        <mc:Fallback xmlns="">
          <p:pic>
            <p:nvPicPr>
              <p:cNvPr id="68" name="インク 67">
                <a:extLst>
                  <a:ext uri="{FF2B5EF4-FFF2-40B4-BE49-F238E27FC236}">
                    <a16:creationId xmlns:a16="http://schemas.microsoft.com/office/drawing/2014/main" id="{72C9EAD5-38E3-4247-B7F1-45A28FD6C0E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366303" y="5426322"/>
                <a:ext cx="285120" cy="4071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2" name="インク 71">
                <a:extLst>
                  <a:ext uri="{FF2B5EF4-FFF2-40B4-BE49-F238E27FC236}">
                    <a16:creationId xmlns:a16="http://schemas.microsoft.com/office/drawing/2014/main" id="{4A4FF224-8C54-42F0-B60C-0DBAA0C5E765}"/>
                  </a:ext>
                </a:extLst>
              </p14:cNvPr>
              <p14:cNvContentPartPr/>
              <p14:nvPr/>
            </p14:nvContentPartPr>
            <p14:xfrm>
              <a:off x="11277463" y="5360065"/>
              <a:ext cx="218520" cy="337320"/>
            </p14:xfrm>
          </p:contentPart>
        </mc:Choice>
        <mc:Fallback xmlns="">
          <p:pic>
            <p:nvPicPr>
              <p:cNvPr id="72" name="インク 71">
                <a:extLst>
                  <a:ext uri="{FF2B5EF4-FFF2-40B4-BE49-F238E27FC236}">
                    <a16:creationId xmlns:a16="http://schemas.microsoft.com/office/drawing/2014/main" id="{4A4FF224-8C54-42F0-B60C-0DBAA0C5E765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259493" y="5342425"/>
                <a:ext cx="254101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0" name="インク 79">
                <a:extLst>
                  <a:ext uri="{FF2B5EF4-FFF2-40B4-BE49-F238E27FC236}">
                    <a16:creationId xmlns:a16="http://schemas.microsoft.com/office/drawing/2014/main" id="{CB9E860B-841E-4B61-B426-9B8915040944}"/>
                  </a:ext>
                </a:extLst>
              </p14:cNvPr>
              <p14:cNvContentPartPr/>
              <p14:nvPr/>
            </p14:nvContentPartPr>
            <p14:xfrm>
              <a:off x="11655823" y="5265385"/>
              <a:ext cx="399600" cy="378720"/>
            </p14:xfrm>
          </p:contentPart>
        </mc:Choice>
        <mc:Fallback xmlns="">
          <p:pic>
            <p:nvPicPr>
              <p:cNvPr id="80" name="インク 79">
                <a:extLst>
                  <a:ext uri="{FF2B5EF4-FFF2-40B4-BE49-F238E27FC236}">
                    <a16:creationId xmlns:a16="http://schemas.microsoft.com/office/drawing/2014/main" id="{CB9E860B-841E-4B61-B426-9B891504094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637823" y="5247745"/>
                <a:ext cx="435240" cy="4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1" name="インク 80">
                <a:extLst>
                  <a:ext uri="{FF2B5EF4-FFF2-40B4-BE49-F238E27FC236}">
                    <a16:creationId xmlns:a16="http://schemas.microsoft.com/office/drawing/2014/main" id="{F3CCFC5E-EC4A-4CAA-928E-8A811ECBB7FD}"/>
                  </a:ext>
                </a:extLst>
              </p14:cNvPr>
              <p14:cNvContentPartPr/>
              <p14:nvPr/>
            </p14:nvContentPartPr>
            <p14:xfrm>
              <a:off x="1246063" y="4780465"/>
              <a:ext cx="541800" cy="415440"/>
            </p14:xfrm>
          </p:contentPart>
        </mc:Choice>
        <mc:Fallback xmlns="">
          <p:pic>
            <p:nvPicPr>
              <p:cNvPr id="81" name="インク 80">
                <a:extLst>
                  <a:ext uri="{FF2B5EF4-FFF2-40B4-BE49-F238E27FC236}">
                    <a16:creationId xmlns:a16="http://schemas.microsoft.com/office/drawing/2014/main" id="{F3CCFC5E-EC4A-4CAA-928E-8A811ECBB7F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228423" y="4762465"/>
                <a:ext cx="57744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2" name="インク 81">
                <a:extLst>
                  <a:ext uri="{FF2B5EF4-FFF2-40B4-BE49-F238E27FC236}">
                    <a16:creationId xmlns:a16="http://schemas.microsoft.com/office/drawing/2014/main" id="{B134ECAC-DEB2-43AC-A76D-72DAB3DF6A66}"/>
                  </a:ext>
                </a:extLst>
              </p14:cNvPr>
              <p14:cNvContentPartPr/>
              <p14:nvPr/>
            </p14:nvContentPartPr>
            <p14:xfrm>
              <a:off x="1278823" y="5988265"/>
              <a:ext cx="427680" cy="381600"/>
            </p14:xfrm>
          </p:contentPart>
        </mc:Choice>
        <mc:Fallback xmlns="">
          <p:pic>
            <p:nvPicPr>
              <p:cNvPr id="82" name="インク 81">
                <a:extLst>
                  <a:ext uri="{FF2B5EF4-FFF2-40B4-BE49-F238E27FC236}">
                    <a16:creationId xmlns:a16="http://schemas.microsoft.com/office/drawing/2014/main" id="{B134ECAC-DEB2-43AC-A76D-72DAB3DF6A6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260823" y="5970265"/>
                <a:ext cx="463320" cy="41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52402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0CE2389-F58A-43EC-9259-20405800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258" y="1414181"/>
            <a:ext cx="7411484" cy="40296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1AC5D9E2-4147-4C95-B020-44F878DE5E62}"/>
                  </a:ext>
                </a:extLst>
              </p14:cNvPr>
              <p14:cNvContentPartPr/>
              <p14:nvPr/>
            </p14:nvContentPartPr>
            <p14:xfrm>
              <a:off x="7945663" y="3265585"/>
              <a:ext cx="928800" cy="3492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1AC5D9E2-4147-4C95-B020-44F878DE5E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7663" y="3247945"/>
                <a:ext cx="9644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65425D27-7225-443C-888C-72F354E3EF3A}"/>
                  </a:ext>
                </a:extLst>
              </p14:cNvPr>
              <p14:cNvContentPartPr/>
              <p14:nvPr/>
            </p14:nvContentPartPr>
            <p14:xfrm>
              <a:off x="10424983" y="2291065"/>
              <a:ext cx="999360" cy="41292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65425D27-7225-443C-888C-72F354E3EF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06983" y="2273425"/>
                <a:ext cx="1035000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インク 28">
                <a:extLst>
                  <a:ext uri="{FF2B5EF4-FFF2-40B4-BE49-F238E27FC236}">
                    <a16:creationId xmlns:a16="http://schemas.microsoft.com/office/drawing/2014/main" id="{B7D7C263-E7F0-42F1-ABEC-73482CA81BE9}"/>
                  </a:ext>
                </a:extLst>
              </p14:cNvPr>
              <p14:cNvContentPartPr/>
              <p14:nvPr/>
            </p14:nvContentPartPr>
            <p14:xfrm>
              <a:off x="9049063" y="2329945"/>
              <a:ext cx="1208160" cy="343800"/>
            </p14:xfrm>
          </p:contentPart>
        </mc:Choice>
        <mc:Fallback xmlns="">
          <p:pic>
            <p:nvPicPr>
              <p:cNvPr id="29" name="インク 28">
                <a:extLst>
                  <a:ext uri="{FF2B5EF4-FFF2-40B4-BE49-F238E27FC236}">
                    <a16:creationId xmlns:a16="http://schemas.microsoft.com/office/drawing/2014/main" id="{B7D7C263-E7F0-42F1-ABEC-73482CA81B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1423" y="2312305"/>
                <a:ext cx="124380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インク 29">
                <a:extLst>
                  <a:ext uri="{FF2B5EF4-FFF2-40B4-BE49-F238E27FC236}">
                    <a16:creationId xmlns:a16="http://schemas.microsoft.com/office/drawing/2014/main" id="{539E45CF-3C13-4FFE-A327-8C2285B84D8C}"/>
                  </a:ext>
                </a:extLst>
              </p14:cNvPr>
              <p14:cNvContentPartPr/>
              <p14:nvPr/>
            </p14:nvContentPartPr>
            <p14:xfrm>
              <a:off x="6043423" y="3972265"/>
              <a:ext cx="1375920" cy="21960"/>
            </p14:xfrm>
          </p:contentPart>
        </mc:Choice>
        <mc:Fallback xmlns="">
          <p:pic>
            <p:nvPicPr>
              <p:cNvPr id="30" name="インク 29">
                <a:extLst>
                  <a:ext uri="{FF2B5EF4-FFF2-40B4-BE49-F238E27FC236}">
                    <a16:creationId xmlns:a16="http://schemas.microsoft.com/office/drawing/2014/main" id="{539E45CF-3C13-4FFE-A327-8C2285B84D8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25423" y="3954625"/>
                <a:ext cx="141156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E2BE58EF-6181-498A-AC63-CD47B0CAB211}"/>
                  </a:ext>
                </a:extLst>
              </p14:cNvPr>
              <p14:cNvContentPartPr/>
              <p14:nvPr/>
            </p14:nvContentPartPr>
            <p14:xfrm>
              <a:off x="3541783" y="4340185"/>
              <a:ext cx="1796400" cy="1260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E2BE58EF-6181-498A-AC63-CD47B0CAB2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24143" y="4322185"/>
                <a:ext cx="183204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インク 31">
                <a:extLst>
                  <a:ext uri="{FF2B5EF4-FFF2-40B4-BE49-F238E27FC236}">
                    <a16:creationId xmlns:a16="http://schemas.microsoft.com/office/drawing/2014/main" id="{0E0BBAE7-9337-4A91-A727-1BBD5021F686}"/>
                  </a:ext>
                </a:extLst>
              </p14:cNvPr>
              <p14:cNvContentPartPr/>
              <p14:nvPr/>
            </p14:nvContentPartPr>
            <p14:xfrm>
              <a:off x="8513023" y="4340185"/>
              <a:ext cx="966600" cy="11520"/>
            </p14:xfrm>
          </p:contentPart>
        </mc:Choice>
        <mc:Fallback xmlns="">
          <p:pic>
            <p:nvPicPr>
              <p:cNvPr id="32" name="インク 31">
                <a:extLst>
                  <a:ext uri="{FF2B5EF4-FFF2-40B4-BE49-F238E27FC236}">
                    <a16:creationId xmlns:a16="http://schemas.microsoft.com/office/drawing/2014/main" id="{0E0BBAE7-9337-4A91-A727-1BBD5021F68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95383" y="4322185"/>
                <a:ext cx="1002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インク 32">
                <a:extLst>
                  <a:ext uri="{FF2B5EF4-FFF2-40B4-BE49-F238E27FC236}">
                    <a16:creationId xmlns:a16="http://schemas.microsoft.com/office/drawing/2014/main" id="{B7A196E6-9DC6-48BC-850A-0D7A1AB2AD43}"/>
                  </a:ext>
                </a:extLst>
              </p14:cNvPr>
              <p14:cNvContentPartPr/>
              <p14:nvPr/>
            </p14:nvContentPartPr>
            <p14:xfrm>
              <a:off x="3152983" y="4792345"/>
              <a:ext cx="1117080" cy="50760"/>
            </p14:xfrm>
          </p:contentPart>
        </mc:Choice>
        <mc:Fallback xmlns="">
          <p:pic>
            <p:nvPicPr>
              <p:cNvPr id="33" name="インク 32">
                <a:extLst>
                  <a:ext uri="{FF2B5EF4-FFF2-40B4-BE49-F238E27FC236}">
                    <a16:creationId xmlns:a16="http://schemas.microsoft.com/office/drawing/2014/main" id="{B7A196E6-9DC6-48BC-850A-0D7A1AB2AD4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134983" y="4774705"/>
                <a:ext cx="115272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6" name="インク 35">
                <a:extLst>
                  <a:ext uri="{FF2B5EF4-FFF2-40B4-BE49-F238E27FC236}">
                    <a16:creationId xmlns:a16="http://schemas.microsoft.com/office/drawing/2014/main" id="{0D4AD592-3663-4FD9-9600-D6ACEFF0A389}"/>
                  </a:ext>
                </a:extLst>
              </p14:cNvPr>
              <p14:cNvContentPartPr/>
              <p14:nvPr/>
            </p14:nvContentPartPr>
            <p14:xfrm>
              <a:off x="6337543" y="5148025"/>
              <a:ext cx="291240" cy="313200"/>
            </p14:xfrm>
          </p:contentPart>
        </mc:Choice>
        <mc:Fallback xmlns="">
          <p:pic>
            <p:nvPicPr>
              <p:cNvPr id="36" name="インク 35">
                <a:extLst>
                  <a:ext uri="{FF2B5EF4-FFF2-40B4-BE49-F238E27FC236}">
                    <a16:creationId xmlns:a16="http://schemas.microsoft.com/office/drawing/2014/main" id="{0D4AD592-3663-4FD9-9600-D6ACEFF0A38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319881" y="5130025"/>
                <a:ext cx="326924" cy="34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81814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D103EF-77E8-4B7B-83B7-30686D98E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氷点下日数と開花差の関係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C1D7E18-748A-4255-BD9B-AB3D8D409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375" y="2014882"/>
            <a:ext cx="6725222" cy="484311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87FC49-CDF9-44D2-9BF0-D291E870F8D1}"/>
              </a:ext>
            </a:extLst>
          </p:cNvPr>
          <p:cNvSpPr txBox="1"/>
          <p:nvPr/>
        </p:nvSpPr>
        <p:spPr>
          <a:xfrm>
            <a:off x="340658" y="2205145"/>
            <a:ext cx="2599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プログラミングの出力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散布図</a:t>
            </a:r>
            <a:endParaRPr lang="en-US" altLang="ja-JP" b="1" dirty="0">
              <a:solidFill>
                <a:srgbClr val="FF0000"/>
              </a:solidFill>
            </a:endParaRPr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回帰直線</a:t>
            </a:r>
          </a:p>
        </p:txBody>
      </p:sp>
    </p:spTree>
    <p:extLst>
      <p:ext uri="{BB962C8B-B14F-4D97-AF65-F5344CB8AC3E}">
        <p14:creationId xmlns:p14="http://schemas.microsoft.com/office/powerpoint/2010/main" val="24689348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2FCAC48-F4C5-4251-BDDB-5112418BF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41" y="951524"/>
            <a:ext cx="5966251" cy="56609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インク 3">
                <a:extLst>
                  <a:ext uri="{FF2B5EF4-FFF2-40B4-BE49-F238E27FC236}">
                    <a16:creationId xmlns:a16="http://schemas.microsoft.com/office/drawing/2014/main" id="{B156D105-65D9-47AA-BB18-21BAF58FE7FB}"/>
                  </a:ext>
                </a:extLst>
              </p14:cNvPr>
              <p14:cNvContentPartPr/>
              <p14:nvPr/>
            </p14:nvContentPartPr>
            <p14:xfrm>
              <a:off x="6841903" y="6011665"/>
              <a:ext cx="914040" cy="72000"/>
            </p14:xfrm>
          </p:contentPart>
        </mc:Choice>
        <mc:Fallback xmlns="">
          <p:pic>
            <p:nvPicPr>
              <p:cNvPr id="4" name="インク 3">
                <a:extLst>
                  <a:ext uri="{FF2B5EF4-FFF2-40B4-BE49-F238E27FC236}">
                    <a16:creationId xmlns:a16="http://schemas.microsoft.com/office/drawing/2014/main" id="{B156D105-65D9-47AA-BB18-21BAF58FE7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4263" y="5994025"/>
                <a:ext cx="949680" cy="107640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0EB45A8-1797-4E77-8F5F-1524AF98AA93}"/>
              </a:ext>
            </a:extLst>
          </p:cNvPr>
          <p:cNvCxnSpPr/>
          <p:nvPr/>
        </p:nvCxnSpPr>
        <p:spPr>
          <a:xfrm flipH="1">
            <a:off x="3514165" y="2871745"/>
            <a:ext cx="4241778" cy="112651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E634E19-1244-441D-935C-88DCF27236BB}"/>
              </a:ext>
            </a:extLst>
          </p:cNvPr>
          <p:cNvCxnSpPr>
            <a:cxnSpLocks/>
          </p:cNvCxnSpPr>
          <p:nvPr/>
        </p:nvCxnSpPr>
        <p:spPr>
          <a:xfrm>
            <a:off x="5970495" y="1407459"/>
            <a:ext cx="0" cy="2770094"/>
          </a:xfrm>
          <a:prstGeom prst="line">
            <a:avLst/>
          </a:prstGeom>
          <a:ln w="95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DEABFEB-20CC-4F77-95D0-4A7360E6D8E4}"/>
              </a:ext>
            </a:extLst>
          </p:cNvPr>
          <p:cNvSpPr txBox="1"/>
          <p:nvPr/>
        </p:nvSpPr>
        <p:spPr>
          <a:xfrm>
            <a:off x="8552778" y="3391558"/>
            <a:ext cx="33839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開花差＜補正日</a:t>
            </a:r>
            <a:r>
              <a:rPr kumimoji="1" lang="en-US" altLang="ja-JP" b="1" dirty="0">
                <a:solidFill>
                  <a:srgbClr val="FF0000"/>
                </a:solidFill>
              </a:rPr>
              <a:t>/2</a:t>
            </a:r>
            <a:r>
              <a:rPr kumimoji="1" lang="ja-JP" altLang="en-US" b="1" dirty="0">
                <a:solidFill>
                  <a:srgbClr val="FF0000"/>
                </a:solidFill>
              </a:rPr>
              <a:t>ならば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endParaRPr lang="en-US" altLang="ja-JP" b="1" dirty="0">
              <a:solidFill>
                <a:srgbClr val="FF0000"/>
              </a:solidFill>
            </a:endParaRPr>
          </a:p>
          <a:p>
            <a:r>
              <a:rPr kumimoji="1" lang="ja-JP" altLang="en-US" b="1" dirty="0">
                <a:solidFill>
                  <a:srgbClr val="FF0000"/>
                </a:solidFill>
              </a:rPr>
              <a:t>開花差－補正日</a:t>
            </a:r>
            <a:r>
              <a:rPr lang="ja-JP" altLang="en-US" b="1" dirty="0">
                <a:solidFill>
                  <a:srgbClr val="FF0000"/>
                </a:solidFill>
              </a:rPr>
              <a:t>＜－補正日</a:t>
            </a:r>
            <a:r>
              <a:rPr lang="en-US" altLang="ja-JP" b="1" dirty="0">
                <a:solidFill>
                  <a:srgbClr val="FF0000"/>
                </a:solidFill>
              </a:rPr>
              <a:t>/2</a:t>
            </a:r>
          </a:p>
          <a:p>
            <a:r>
              <a:rPr lang="en-US" altLang="ja-JP" b="1" dirty="0">
                <a:solidFill>
                  <a:srgbClr val="FF0000"/>
                </a:solidFill>
              </a:rPr>
              <a:t>|</a:t>
            </a:r>
            <a:r>
              <a:rPr lang="ja-JP" altLang="en-US" b="1" dirty="0">
                <a:solidFill>
                  <a:srgbClr val="FF0000"/>
                </a:solidFill>
              </a:rPr>
              <a:t>開花差－補正日</a:t>
            </a:r>
            <a:r>
              <a:rPr lang="en-US" altLang="ja-JP" b="1" dirty="0">
                <a:solidFill>
                  <a:srgbClr val="FF0000"/>
                </a:solidFill>
              </a:rPr>
              <a:t>|</a:t>
            </a:r>
            <a:r>
              <a:rPr lang="ja-JP" altLang="en-US" b="1" dirty="0">
                <a:solidFill>
                  <a:srgbClr val="FF0000"/>
                </a:solidFill>
              </a:rPr>
              <a:t>＜ </a:t>
            </a:r>
            <a:r>
              <a:rPr lang="en-US" altLang="ja-JP" b="1" dirty="0">
                <a:solidFill>
                  <a:srgbClr val="FF0000"/>
                </a:solidFill>
              </a:rPr>
              <a:t>|</a:t>
            </a:r>
            <a:r>
              <a:rPr lang="ja-JP" altLang="en-US" b="1" dirty="0">
                <a:solidFill>
                  <a:srgbClr val="FF0000"/>
                </a:solidFill>
              </a:rPr>
              <a:t>開花差</a:t>
            </a:r>
            <a:r>
              <a:rPr lang="en-US" altLang="ja-JP" b="1" dirty="0">
                <a:solidFill>
                  <a:srgbClr val="FF0000"/>
                </a:solidFill>
              </a:rPr>
              <a:t>|</a:t>
            </a:r>
          </a:p>
          <a:p>
            <a:endParaRPr lang="en-US" altLang="ja-JP" b="1" dirty="0">
              <a:solidFill>
                <a:srgbClr val="FF0000"/>
              </a:solidFill>
            </a:endParaRPr>
          </a:p>
          <a:p>
            <a:r>
              <a:rPr lang="ja-JP" altLang="en-US" b="1" dirty="0">
                <a:solidFill>
                  <a:srgbClr val="FF0000"/>
                </a:solidFill>
              </a:rPr>
              <a:t>近くならない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7613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F89414-A9DC-48B9-B2AF-7AE649D0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5909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令和</a:t>
            </a:r>
            <a:r>
              <a:rPr lang="en-US" altLang="ja-JP" dirty="0"/>
              <a:t>8</a:t>
            </a:r>
            <a:r>
              <a:rPr lang="ja-JP" altLang="en-US" dirty="0"/>
              <a:t>年度 共通テスト本試験 情報</a:t>
            </a:r>
            <a:r>
              <a:rPr lang="en-US" altLang="ja-JP" dirty="0"/>
              <a:t>1</a:t>
            </a:r>
            <a:r>
              <a:rPr lang="ja-JP" altLang="en-US" dirty="0"/>
              <a:t> 第</a:t>
            </a:r>
            <a:r>
              <a:rPr lang="en-US" altLang="ja-JP" dirty="0"/>
              <a:t>4</a:t>
            </a:r>
            <a:r>
              <a:rPr lang="ja-JP" altLang="en-US" dirty="0"/>
              <a:t>問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AFBF24E-F6F0-4CAD-A58F-E6C1AF5B95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37"/>
          <a:stretch/>
        </p:blipFill>
        <p:spPr>
          <a:xfrm>
            <a:off x="273268" y="1051034"/>
            <a:ext cx="6016771" cy="37521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94EEA9E-8E77-418E-AADC-06E9D6FB8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039" y="1936638"/>
            <a:ext cx="5651862" cy="44070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49F0E3ED-3C99-4B2C-BE2E-CF404115EDC2}"/>
                  </a:ext>
                </a:extLst>
              </p14:cNvPr>
              <p14:cNvContentPartPr/>
              <p14:nvPr/>
            </p14:nvContentPartPr>
            <p14:xfrm>
              <a:off x="6493783" y="3235705"/>
              <a:ext cx="548640" cy="49572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49F0E3ED-3C99-4B2C-BE2E-CF404115ED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76143" y="3217705"/>
                <a:ext cx="58428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711BA069-3242-46C0-81A6-D789BEA980E4}"/>
                  </a:ext>
                </a:extLst>
              </p14:cNvPr>
              <p14:cNvContentPartPr/>
              <p14:nvPr/>
            </p14:nvContentPartPr>
            <p14:xfrm>
              <a:off x="5054143" y="3614065"/>
              <a:ext cx="432720" cy="33804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711BA069-3242-46C0-81A6-D789BEA980E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36143" y="3596065"/>
                <a:ext cx="46836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インク 23">
                <a:extLst>
                  <a:ext uri="{FF2B5EF4-FFF2-40B4-BE49-F238E27FC236}">
                    <a16:creationId xmlns:a16="http://schemas.microsoft.com/office/drawing/2014/main" id="{D2F0D9B0-3860-4989-A547-13F9AC24A0F3}"/>
                  </a:ext>
                </a:extLst>
              </p14:cNvPr>
              <p14:cNvContentPartPr/>
              <p14:nvPr/>
            </p14:nvContentPartPr>
            <p14:xfrm>
              <a:off x="5896183" y="5643745"/>
              <a:ext cx="2442240" cy="959760"/>
            </p14:xfrm>
          </p:contentPart>
        </mc:Choice>
        <mc:Fallback xmlns="">
          <p:pic>
            <p:nvPicPr>
              <p:cNvPr id="24" name="インク 23">
                <a:extLst>
                  <a:ext uri="{FF2B5EF4-FFF2-40B4-BE49-F238E27FC236}">
                    <a16:creationId xmlns:a16="http://schemas.microsoft.com/office/drawing/2014/main" id="{D2F0D9B0-3860-4989-A547-13F9AC24A0F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878183" y="5626105"/>
                <a:ext cx="2477880" cy="995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9215165-0683-479D-B38C-2E733B9980C1}"/>
              </a:ext>
            </a:extLst>
          </p:cNvPr>
          <p:cNvSpPr txBox="1"/>
          <p:nvPr/>
        </p:nvSpPr>
        <p:spPr>
          <a:xfrm>
            <a:off x="3149731" y="5160635"/>
            <a:ext cx="27464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0.55×18+5.48=15.38</a:t>
            </a:r>
          </a:p>
          <a:p>
            <a:r>
              <a:rPr lang="ja-JP" altLang="en-US" b="1" dirty="0">
                <a:solidFill>
                  <a:srgbClr val="FF0000"/>
                </a:solidFill>
              </a:rPr>
              <a:t>よって</a:t>
            </a:r>
            <a:r>
              <a:rPr lang="en-US" altLang="ja-JP" b="1" dirty="0">
                <a:solidFill>
                  <a:srgbClr val="FF0000"/>
                </a:solidFill>
              </a:rPr>
              <a:t>､400</a:t>
            </a:r>
            <a:r>
              <a:rPr lang="ja-JP" altLang="en-US" b="1" dirty="0">
                <a:solidFill>
                  <a:srgbClr val="FF0000"/>
                </a:solidFill>
              </a:rPr>
              <a:t>度補正日は</a:t>
            </a:r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kumimoji="1" lang="en-US" altLang="ja-JP" b="1" dirty="0">
                <a:solidFill>
                  <a:srgbClr val="FF0000"/>
                </a:solidFill>
              </a:rPr>
              <a:t>4/23</a:t>
            </a:r>
            <a:r>
              <a:rPr kumimoji="1" lang="ja-JP" altLang="en-US" b="1" dirty="0">
                <a:solidFill>
                  <a:srgbClr val="FF0000"/>
                </a:solidFill>
              </a:rPr>
              <a:t>－</a:t>
            </a:r>
            <a:r>
              <a:rPr kumimoji="1" lang="en-US" altLang="ja-JP" b="1" dirty="0">
                <a:solidFill>
                  <a:srgbClr val="FF0000"/>
                </a:solidFill>
              </a:rPr>
              <a:t>15</a:t>
            </a:r>
            <a:r>
              <a:rPr kumimoji="1" lang="ja-JP" altLang="en-US" b="1" dirty="0">
                <a:solidFill>
                  <a:srgbClr val="FF0000"/>
                </a:solidFill>
              </a:rPr>
              <a:t>日＝</a:t>
            </a:r>
            <a:r>
              <a:rPr kumimoji="1" lang="en-US" altLang="ja-JP" b="1" dirty="0">
                <a:solidFill>
                  <a:srgbClr val="FF0000"/>
                </a:solidFill>
              </a:rPr>
              <a:t>4/8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39EA65D-E4D7-42C2-BAFE-058921B40869}"/>
              </a:ext>
            </a:extLst>
          </p:cNvPr>
          <p:cNvSpPr txBox="1"/>
          <p:nvPr/>
        </p:nvSpPr>
        <p:spPr>
          <a:xfrm>
            <a:off x="7448694" y="1215167"/>
            <a:ext cx="4008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 dirty="0">
                <a:solidFill>
                  <a:srgbClr val="FF0000"/>
                </a:solidFill>
              </a:rPr>
              <a:t>氷点下日数が</a:t>
            </a:r>
            <a:r>
              <a:rPr lang="en-US" altLang="ja-JP" b="1" dirty="0">
                <a:solidFill>
                  <a:srgbClr val="FF0000"/>
                </a:solidFill>
              </a:rPr>
              <a:t>1</a:t>
            </a:r>
            <a:r>
              <a:rPr lang="ja-JP" altLang="en-US" b="1" dirty="0">
                <a:solidFill>
                  <a:srgbClr val="FF0000"/>
                </a:solidFill>
              </a:rPr>
              <a:t>日である地点においては，補正によって開花差の絶対値が大きくなってしまう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310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9BF18-5CC2-4C5B-AABF-6F9A4DC0A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正解</a:t>
            </a:r>
          </a:p>
        </p:txBody>
      </p:sp>
      <p:pic>
        <p:nvPicPr>
          <p:cNvPr id="4" name="コンテンツ プレースホルダー 3">
            <a:extLst>
              <a:ext uri="{FF2B5EF4-FFF2-40B4-BE49-F238E27FC236}">
                <a16:creationId xmlns:a16="http://schemas.microsoft.com/office/drawing/2014/main" id="{E372A3EB-21C8-4827-B111-BF982BA51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135" y="1508517"/>
            <a:ext cx="5438155" cy="49503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B4C55539-2897-4C2D-9086-7B7A79FB7421}"/>
                  </a:ext>
                </a:extLst>
              </p14:cNvPr>
              <p14:cNvContentPartPr/>
              <p14:nvPr/>
            </p14:nvContentPartPr>
            <p14:xfrm>
              <a:off x="4803223" y="6108145"/>
              <a:ext cx="243360" cy="22680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B4C55539-2897-4C2D-9086-7B7A79FB74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5223" y="6090505"/>
                <a:ext cx="27900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798F8B5C-3B3D-4830-B276-99E5D394908C}"/>
                  </a:ext>
                </a:extLst>
              </p14:cNvPr>
              <p14:cNvContentPartPr/>
              <p14:nvPr/>
            </p14:nvContentPartPr>
            <p14:xfrm>
              <a:off x="4781263" y="5676505"/>
              <a:ext cx="279000" cy="249840"/>
            </p14:xfrm>
          </p:contentPart>
        </mc:Choice>
        <mc:Fallback xmlns=""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798F8B5C-3B3D-4830-B276-99E5D394908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63263" y="5658505"/>
                <a:ext cx="31464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インク 6">
                <a:extLst>
                  <a:ext uri="{FF2B5EF4-FFF2-40B4-BE49-F238E27FC236}">
                    <a16:creationId xmlns:a16="http://schemas.microsoft.com/office/drawing/2014/main" id="{80A228E4-2201-4673-B55F-7E9256F3120A}"/>
                  </a:ext>
                </a:extLst>
              </p14:cNvPr>
              <p14:cNvContentPartPr/>
              <p14:nvPr/>
            </p14:nvContentPartPr>
            <p14:xfrm>
              <a:off x="4761103" y="4431985"/>
              <a:ext cx="216720" cy="219600"/>
            </p14:xfrm>
          </p:contentPart>
        </mc:Choice>
        <mc:Fallback xmlns="">
          <p:pic>
            <p:nvPicPr>
              <p:cNvPr id="7" name="インク 6">
                <a:extLst>
                  <a:ext uri="{FF2B5EF4-FFF2-40B4-BE49-F238E27FC236}">
                    <a16:creationId xmlns:a16="http://schemas.microsoft.com/office/drawing/2014/main" id="{80A228E4-2201-4673-B55F-7E9256F3120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43103" y="4413985"/>
                <a:ext cx="25236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インク 7">
                <a:extLst>
                  <a:ext uri="{FF2B5EF4-FFF2-40B4-BE49-F238E27FC236}">
                    <a16:creationId xmlns:a16="http://schemas.microsoft.com/office/drawing/2014/main" id="{47CBD3AB-B04D-4F4B-B187-A7B0BE76B770}"/>
                  </a:ext>
                </a:extLst>
              </p14:cNvPr>
              <p14:cNvContentPartPr/>
              <p14:nvPr/>
            </p14:nvContentPartPr>
            <p14:xfrm>
              <a:off x="4855423" y="4939225"/>
              <a:ext cx="97560" cy="126360"/>
            </p14:xfrm>
          </p:contentPart>
        </mc:Choice>
        <mc:Fallback xmlns="">
          <p:pic>
            <p:nvPicPr>
              <p:cNvPr id="8" name="インク 7">
                <a:extLst>
                  <a:ext uri="{FF2B5EF4-FFF2-40B4-BE49-F238E27FC236}">
                    <a16:creationId xmlns:a16="http://schemas.microsoft.com/office/drawing/2014/main" id="{47CBD3AB-B04D-4F4B-B187-A7B0BE76B77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37783" y="4921585"/>
                <a:ext cx="1332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8BA853C0-257F-460C-BE20-515FEC5EC097}"/>
                  </a:ext>
                </a:extLst>
              </p14:cNvPr>
              <p14:cNvContentPartPr/>
              <p14:nvPr/>
            </p14:nvContentPartPr>
            <p14:xfrm>
              <a:off x="4854343" y="5304985"/>
              <a:ext cx="160560" cy="1440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8BA853C0-257F-460C-BE20-515FEC5EC09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36703" y="5287345"/>
                <a:ext cx="19620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C0414633-45EA-4CEE-8FA3-E611C23610C7}"/>
                  </a:ext>
                </a:extLst>
              </p14:cNvPr>
              <p14:cNvContentPartPr/>
              <p14:nvPr/>
            </p14:nvContentPartPr>
            <p14:xfrm>
              <a:off x="6493783" y="5633305"/>
              <a:ext cx="160200" cy="70416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C0414633-45EA-4CEE-8FA3-E611C23610C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76143" y="5615665"/>
                <a:ext cx="195840" cy="7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インク 13">
                <a:extLst>
                  <a:ext uri="{FF2B5EF4-FFF2-40B4-BE49-F238E27FC236}">
                    <a16:creationId xmlns:a16="http://schemas.microsoft.com/office/drawing/2014/main" id="{5EDDE6AB-3EC1-4D6A-A44C-EE0FD558079B}"/>
                  </a:ext>
                </a:extLst>
              </p14:cNvPr>
              <p14:cNvContentPartPr/>
              <p14:nvPr/>
            </p14:nvContentPartPr>
            <p14:xfrm>
              <a:off x="4771543" y="1649185"/>
              <a:ext cx="384120" cy="252360"/>
            </p14:xfrm>
          </p:contentPart>
        </mc:Choice>
        <mc:Fallback xmlns="">
          <p:pic>
            <p:nvPicPr>
              <p:cNvPr id="14" name="インク 13">
                <a:extLst>
                  <a:ext uri="{FF2B5EF4-FFF2-40B4-BE49-F238E27FC236}">
                    <a16:creationId xmlns:a16="http://schemas.microsoft.com/office/drawing/2014/main" id="{5EDDE6AB-3EC1-4D6A-A44C-EE0FD558079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53543" y="1631185"/>
                <a:ext cx="4197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インク 14">
                <a:extLst>
                  <a:ext uri="{FF2B5EF4-FFF2-40B4-BE49-F238E27FC236}">
                    <a16:creationId xmlns:a16="http://schemas.microsoft.com/office/drawing/2014/main" id="{4796B1BD-94BD-4C93-AA4D-2FEF704F136A}"/>
                  </a:ext>
                </a:extLst>
              </p14:cNvPr>
              <p14:cNvContentPartPr/>
              <p14:nvPr/>
            </p14:nvContentPartPr>
            <p14:xfrm>
              <a:off x="4853263" y="2082985"/>
              <a:ext cx="257760" cy="142560"/>
            </p14:xfrm>
          </p:contentPart>
        </mc:Choice>
        <mc:Fallback xmlns="">
          <p:pic>
            <p:nvPicPr>
              <p:cNvPr id="15" name="インク 14">
                <a:extLst>
                  <a:ext uri="{FF2B5EF4-FFF2-40B4-BE49-F238E27FC236}">
                    <a16:creationId xmlns:a16="http://schemas.microsoft.com/office/drawing/2014/main" id="{4796B1BD-94BD-4C93-AA4D-2FEF704F136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35623" y="2064985"/>
                <a:ext cx="2934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3C0C10A4-C80E-41DC-8A6B-725116CA722A}"/>
                  </a:ext>
                </a:extLst>
              </p14:cNvPr>
              <p14:cNvContentPartPr/>
              <p14:nvPr/>
            </p14:nvContentPartPr>
            <p14:xfrm>
              <a:off x="4897543" y="2483305"/>
              <a:ext cx="248040" cy="19512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3C0C10A4-C80E-41DC-8A6B-725116CA722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879903" y="2465305"/>
                <a:ext cx="28368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インク 16">
                <a:extLst>
                  <a:ext uri="{FF2B5EF4-FFF2-40B4-BE49-F238E27FC236}">
                    <a16:creationId xmlns:a16="http://schemas.microsoft.com/office/drawing/2014/main" id="{CFA1F479-3397-4F56-AF47-9C0484822902}"/>
                  </a:ext>
                </a:extLst>
              </p14:cNvPr>
              <p14:cNvContentPartPr/>
              <p14:nvPr/>
            </p14:nvContentPartPr>
            <p14:xfrm>
              <a:off x="4939663" y="2807305"/>
              <a:ext cx="263520" cy="155880"/>
            </p14:xfrm>
          </p:contentPart>
        </mc:Choice>
        <mc:Fallback xmlns="">
          <p:pic>
            <p:nvPicPr>
              <p:cNvPr id="17" name="インク 16">
                <a:extLst>
                  <a:ext uri="{FF2B5EF4-FFF2-40B4-BE49-F238E27FC236}">
                    <a16:creationId xmlns:a16="http://schemas.microsoft.com/office/drawing/2014/main" id="{CFA1F479-3397-4F56-AF47-9C048482290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22023" y="2789665"/>
                <a:ext cx="2991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44AC2316-B012-442B-B971-773271310B68}"/>
                  </a:ext>
                </a:extLst>
              </p14:cNvPr>
              <p14:cNvContentPartPr/>
              <p14:nvPr/>
            </p14:nvContentPartPr>
            <p14:xfrm>
              <a:off x="4887103" y="3184945"/>
              <a:ext cx="390960" cy="30420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44AC2316-B012-442B-B971-773271310B6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69463" y="3166945"/>
                <a:ext cx="426600" cy="33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インク 19">
                <a:extLst>
                  <a:ext uri="{FF2B5EF4-FFF2-40B4-BE49-F238E27FC236}">
                    <a16:creationId xmlns:a16="http://schemas.microsoft.com/office/drawing/2014/main" id="{014FEFD2-572D-4116-9C6F-FFD9B79AE6AB}"/>
                  </a:ext>
                </a:extLst>
              </p14:cNvPr>
              <p14:cNvContentPartPr/>
              <p14:nvPr/>
            </p14:nvContentPartPr>
            <p14:xfrm>
              <a:off x="6390103" y="1586905"/>
              <a:ext cx="241560" cy="3874680"/>
            </p14:xfrm>
          </p:contentPart>
        </mc:Choice>
        <mc:Fallback xmlns="">
          <p:pic>
            <p:nvPicPr>
              <p:cNvPr id="20" name="インク 19">
                <a:extLst>
                  <a:ext uri="{FF2B5EF4-FFF2-40B4-BE49-F238E27FC236}">
                    <a16:creationId xmlns:a16="http://schemas.microsoft.com/office/drawing/2014/main" id="{014FEFD2-572D-4116-9C6F-FFD9B79AE6A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372463" y="1568903"/>
                <a:ext cx="277200" cy="3910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37BCCFFB-40A5-449A-A0A6-3A42B5541C95}"/>
                  </a:ext>
                </a:extLst>
              </p14:cNvPr>
              <p14:cNvContentPartPr/>
              <p14:nvPr/>
            </p14:nvContentPartPr>
            <p14:xfrm>
              <a:off x="4960543" y="3687865"/>
              <a:ext cx="474840" cy="33408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37BCCFFB-40A5-449A-A0A6-3A42B5541C9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942543" y="3670225"/>
                <a:ext cx="51048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44ACB862-C783-4E9F-AE5C-A4233AAEC631}"/>
                  </a:ext>
                </a:extLst>
              </p14:cNvPr>
              <p14:cNvContentPartPr/>
              <p14:nvPr/>
            </p14:nvContentPartPr>
            <p14:xfrm>
              <a:off x="-199697" y="315025"/>
              <a:ext cx="360" cy="36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44ACB862-C783-4E9F-AE5C-A4233AAEC63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-217697" y="29738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6837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8B1FC3-B336-470E-AAAA-ED5F8090B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Pandas</a:t>
            </a:r>
            <a:r>
              <a:rPr kumimoji="1" lang="ja-JP" altLang="en-US" dirty="0"/>
              <a:t>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08D16C-AA35-430A-96F8-F306C36DC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pandas</a:t>
            </a:r>
            <a:r>
              <a:rPr lang="ja-JP" altLang="en-US" dirty="0"/>
              <a:t>（パンダス） は、</a:t>
            </a:r>
            <a:r>
              <a:rPr lang="en-US" altLang="ja-JP" dirty="0"/>
              <a:t>Python</a:t>
            </a:r>
            <a:r>
              <a:rPr lang="ja-JP" altLang="en-US" dirty="0"/>
              <a:t>でデータを扱うための代表的なライブラリ．</a:t>
            </a:r>
            <a:endParaRPr lang="en-US" altLang="ja-JP" dirty="0"/>
          </a:p>
          <a:p>
            <a:r>
              <a:rPr lang="en-US" altLang="ja-JP" dirty="0"/>
              <a:t>Excel</a:t>
            </a:r>
            <a:r>
              <a:rPr lang="ja-JP" altLang="en-US" dirty="0"/>
              <a:t>表や</a:t>
            </a:r>
            <a:r>
              <a:rPr lang="en-US" altLang="ja-JP" dirty="0"/>
              <a:t>CSV</a:t>
            </a:r>
            <a:r>
              <a:rPr lang="ja-JP" altLang="en-US" dirty="0"/>
              <a:t>ファイルを読み込んで、集計・加工・分析するのに非常に便利です</a:t>
            </a:r>
            <a:endParaRPr lang="en-US" altLang="ja-JP" dirty="0"/>
          </a:p>
          <a:p>
            <a:r>
              <a:rPr lang="ja-JP" altLang="en-US" dirty="0"/>
              <a:t>開発者の </a:t>
            </a:r>
            <a:r>
              <a:rPr lang="en-US" altLang="ja-JP" dirty="0"/>
              <a:t>Wes McKinney </a:t>
            </a:r>
            <a:r>
              <a:rPr lang="ja-JP" altLang="en-US" dirty="0"/>
              <a:t>が名付けたもので、</a:t>
            </a:r>
            <a:r>
              <a:rPr lang="en-US" altLang="ja-JP" dirty="0"/>
              <a:t>Panel Data</a:t>
            </a:r>
            <a:r>
              <a:rPr lang="ja-JP" altLang="en-US" dirty="0"/>
              <a:t>（パネルデータ）</a:t>
            </a:r>
            <a:r>
              <a:rPr lang="en-US" altLang="ja-JP" dirty="0"/>
              <a:t>Python Data Analysis</a:t>
            </a:r>
            <a:r>
              <a:rPr lang="ja-JP" altLang="en-US" dirty="0"/>
              <a:t>を連想させる名前だと言われています。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496791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B05E94-D4DB-44C7-9123-93223FAC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Pandas</a:t>
            </a:r>
            <a:r>
              <a:rPr kumimoji="1" lang="ja-JP" altLang="en-US" dirty="0" err="1"/>
              <a:t>で</a:t>
            </a:r>
            <a:r>
              <a:rPr kumimoji="1" lang="ja-JP" altLang="en-US" dirty="0"/>
              <a:t>できること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67087B-0820-4320-88EF-8C7FD5F68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CSV</a:t>
            </a:r>
            <a:r>
              <a:rPr lang="ja-JP" altLang="en-US" dirty="0"/>
              <a:t>・</a:t>
            </a:r>
            <a:r>
              <a:rPr lang="en-US" altLang="ja-JP" dirty="0"/>
              <a:t>Excel</a:t>
            </a:r>
            <a:r>
              <a:rPr lang="ja-JP" altLang="en-US" dirty="0"/>
              <a:t>ファイルの読み込み</a:t>
            </a:r>
            <a:endParaRPr lang="en-US" altLang="ja-JP" dirty="0"/>
          </a:p>
          <a:p>
            <a:r>
              <a:rPr lang="ja-JP" altLang="en-US" dirty="0"/>
              <a:t>データの検索・抽出・並べ替え</a:t>
            </a:r>
            <a:endParaRPr lang="en-US" altLang="ja-JP" dirty="0"/>
          </a:p>
          <a:p>
            <a:r>
              <a:rPr lang="ja-JP" altLang="en-US" dirty="0"/>
              <a:t>欠損値（空欄）の処理</a:t>
            </a:r>
            <a:endParaRPr lang="en-US" altLang="ja-JP" dirty="0"/>
          </a:p>
          <a:p>
            <a:r>
              <a:rPr lang="ja-JP" altLang="en-US" dirty="0"/>
              <a:t>集計や統計分析</a:t>
            </a:r>
            <a:endParaRPr lang="en-US" altLang="ja-JP" dirty="0"/>
          </a:p>
          <a:p>
            <a:r>
              <a:rPr lang="ja-JP" altLang="en-US" dirty="0"/>
              <a:t>グラフ作成（</a:t>
            </a:r>
            <a:r>
              <a:rPr lang="en-US" altLang="ja-JP" dirty="0"/>
              <a:t>Matplotlib</a:t>
            </a:r>
            <a:r>
              <a:rPr lang="ja-JP" altLang="en-US" dirty="0"/>
              <a:t>などと連携）</a:t>
            </a:r>
            <a:endParaRPr lang="en-US" altLang="ja-JP" dirty="0"/>
          </a:p>
          <a:p>
            <a:r>
              <a:rPr lang="ja-JP" altLang="en-US" dirty="0"/>
              <a:t>時系列データの分析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657305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B6799-6E6A-43C9-8F31-D573D8A6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Pandas</a:t>
            </a:r>
            <a:r>
              <a:rPr kumimoji="1" lang="ja-JP" altLang="en-US" dirty="0"/>
              <a:t>のインポートとデータ読込み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BE7DB6-6682-4C81-B2DC-EB0B64E3E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10676"/>
            <a:ext cx="9579429" cy="3015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ja-JP" sz="24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 pandas </a:t>
            </a:r>
            <a:r>
              <a:rPr lang="en-US" altLang="ja-JP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 pd</a:t>
            </a:r>
          </a:p>
          <a:p>
            <a:pPr marL="0" indent="0">
              <a:buNone/>
            </a:pPr>
            <a:b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ja-JP" sz="2400" dirty="0">
                <a:solidFill>
                  <a:srgbClr val="008000"/>
                </a:solidFill>
                <a:latin typeface="Consolas" panose="020B0609020204030204" pitchFamily="49" charset="0"/>
              </a:rPr>
              <a:t># CSV</a:t>
            </a:r>
            <a:r>
              <a:rPr lang="ja-JP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ファイルを読み込んで、</a:t>
            </a:r>
            <a:endParaRPr lang="en-US" altLang="ja-JP" sz="24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rgbClr val="008000"/>
                </a:solidFill>
                <a:latin typeface="Consolas" panose="020B0609020204030204" pitchFamily="49" charset="0"/>
              </a:rPr>
              <a:t>#</a:t>
            </a:r>
            <a:r>
              <a:rPr lang="ja-JP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 表形式データ（</a:t>
            </a:r>
            <a:r>
              <a:rPr lang="en-US" altLang="ja-JP" sz="2400" dirty="0" err="1">
                <a:solidFill>
                  <a:srgbClr val="008000"/>
                </a:solidFill>
                <a:latin typeface="Consolas" panose="020B0609020204030204" pitchFamily="49" charset="0"/>
              </a:rPr>
              <a:t>DataFrame</a:t>
            </a:r>
            <a:r>
              <a:rPr lang="ja-JP" alt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）にする</a:t>
            </a:r>
            <a:endParaRPr lang="ja-JP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df = </a:t>
            </a: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pd.read_csv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rgbClr val="A31515"/>
                </a:solidFill>
                <a:latin typeface="Consolas" panose="020B0609020204030204" pitchFamily="49" charset="0"/>
              </a:rPr>
              <a:t>"sample.csv"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US" altLang="ja-JP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ja-JP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ja-JP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2792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16B7D7-0656-44B1-972C-3398FD618A5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Series</a:t>
            </a:r>
            <a:r>
              <a:rPr lang="ja-JP" altLang="en-US" dirty="0"/>
              <a:t>：データの</a:t>
            </a:r>
            <a:r>
              <a:rPr lang="en-US" altLang="ja-JP" dirty="0"/>
              <a:t>1</a:t>
            </a:r>
            <a:r>
              <a:rPr lang="ja-JP" altLang="en-US" dirty="0"/>
              <a:t>次元の並び</a:t>
            </a:r>
            <a:endParaRPr lang="en-US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A70412-515D-4862-822F-D621A4A1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473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【sample_series.csv】</a:t>
            </a:r>
            <a:r>
              <a:rPr lang="ja-JP" altLang="en-US" dirty="0"/>
              <a:t>　　　　　　　　　　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 								</a:t>
            </a:r>
            <a:r>
              <a:rPr lang="ja-JP" altLang="en-US" dirty="0"/>
              <a:t>ヘッダ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						</a:t>
            </a:r>
            <a:r>
              <a:rPr lang="ja-JP" altLang="en-US" dirty="0"/>
              <a:t>データ</a:t>
            </a:r>
            <a:r>
              <a:rPr lang="en-US" altLang="ja-JP" dirty="0"/>
              <a:t>(0</a:t>
            </a:r>
            <a:r>
              <a:rPr lang="ja-JP" altLang="en-US" dirty="0"/>
              <a:t>行目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dirty="0"/>
              <a:t>s[0]</a:t>
            </a:r>
          </a:p>
          <a:p>
            <a:pPr marL="0" indent="0">
              <a:buNone/>
            </a:pPr>
            <a:r>
              <a:rPr lang="en-US" altLang="ja-JP" dirty="0"/>
              <a:t>								</a:t>
            </a:r>
            <a:r>
              <a:rPr lang="ja-JP" altLang="en-US" dirty="0"/>
              <a:t>データ</a:t>
            </a:r>
            <a:r>
              <a:rPr lang="en-US" altLang="ja-JP" dirty="0"/>
              <a:t>(1</a:t>
            </a:r>
            <a:r>
              <a:rPr lang="ja-JP" altLang="en-US" dirty="0"/>
              <a:t>行目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dirty="0"/>
              <a:t>s[1]</a:t>
            </a:r>
          </a:p>
          <a:p>
            <a:pPr marL="0" indent="0">
              <a:buNone/>
            </a:pPr>
            <a:r>
              <a:rPr kumimoji="1" lang="en-US" altLang="ja-JP" dirty="0"/>
              <a:t>								</a:t>
            </a:r>
            <a:r>
              <a:rPr lang="ja-JP" altLang="en-US" dirty="0"/>
              <a:t>データ</a:t>
            </a:r>
            <a:r>
              <a:rPr lang="en-US" altLang="ja-JP" dirty="0"/>
              <a:t>(2</a:t>
            </a:r>
            <a:r>
              <a:rPr lang="ja-JP" altLang="en-US" dirty="0"/>
              <a:t>行目</a:t>
            </a:r>
            <a:r>
              <a:rPr lang="en-US" altLang="ja-JP" dirty="0"/>
              <a:t>)</a:t>
            </a:r>
            <a:r>
              <a:rPr lang="ja-JP" altLang="en-US" dirty="0"/>
              <a:t> </a:t>
            </a:r>
            <a:r>
              <a:rPr lang="en-US" altLang="ja-JP" dirty="0"/>
              <a:t>s[2]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F389F8D-3700-48B0-8D38-BC03ADBEABB6}"/>
              </a:ext>
            </a:extLst>
          </p:cNvPr>
          <p:cNvSpPr/>
          <p:nvPr/>
        </p:nvSpPr>
        <p:spPr>
          <a:xfrm>
            <a:off x="1117850" y="2434335"/>
            <a:ext cx="8850086" cy="88537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s = </a:t>
            </a: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pd.Series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([</a:t>
            </a:r>
            <a:r>
              <a:rPr lang="en-US" altLang="ja-JP" sz="24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24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sz="2400" dirty="0">
                <a:solidFill>
                  <a:srgbClr val="098658"/>
                </a:solidFill>
                <a:latin typeface="Consolas" panose="020B0609020204030204" pitchFamily="49" charset="0"/>
              </a:rPr>
              <a:t>30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s.to_csv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2400" dirty="0">
                <a:solidFill>
                  <a:srgbClr val="A31515"/>
                </a:solidFill>
                <a:latin typeface="Consolas" panose="020B0609020204030204" pitchFamily="49" charset="0"/>
              </a:rPr>
              <a:t>"sample_series.csv"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, index=</a:t>
            </a:r>
            <a:r>
              <a:rPr lang="en-US" altLang="ja-JP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7325DFE-5BD7-43D0-A939-973B5EE87F83}"/>
              </a:ext>
            </a:extLst>
          </p:cNvPr>
          <p:cNvSpPr/>
          <p:nvPr/>
        </p:nvSpPr>
        <p:spPr>
          <a:xfrm>
            <a:off x="4969328" y="4411683"/>
            <a:ext cx="2253343" cy="20282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ja-JP" sz="28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A026C95-1BF5-437C-9120-C3A49E08A406}"/>
              </a:ext>
            </a:extLst>
          </p:cNvPr>
          <p:cNvCxnSpPr/>
          <p:nvPr/>
        </p:nvCxnSpPr>
        <p:spPr>
          <a:xfrm flipH="1">
            <a:off x="5753100" y="4637314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CDB64CD-E789-4B99-BB9B-1156A4F1BA10}"/>
              </a:ext>
            </a:extLst>
          </p:cNvPr>
          <p:cNvCxnSpPr/>
          <p:nvPr/>
        </p:nvCxnSpPr>
        <p:spPr>
          <a:xfrm flipH="1">
            <a:off x="5753100" y="5170714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0DF4DF04-B32E-4817-80E4-DA9102615202}"/>
              </a:ext>
            </a:extLst>
          </p:cNvPr>
          <p:cNvCxnSpPr/>
          <p:nvPr/>
        </p:nvCxnSpPr>
        <p:spPr>
          <a:xfrm flipH="1">
            <a:off x="5753100" y="5617028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45AEF05-C9B6-470E-BDEB-9A541DC9E7A1}"/>
              </a:ext>
            </a:extLst>
          </p:cNvPr>
          <p:cNvCxnSpPr/>
          <p:nvPr/>
        </p:nvCxnSpPr>
        <p:spPr>
          <a:xfrm flipH="1">
            <a:off x="5753100" y="6117771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866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16B7D7-0656-44B1-972C-3398FD61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4187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altLang="ja-JP" b="1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DataFrame</a:t>
            </a:r>
            <a:r>
              <a:rPr lang="ja-JP" altLang="en-US" dirty="0"/>
              <a:t>：表形式のデータ</a:t>
            </a:r>
            <a:endParaRPr lang="en-US" alt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A70412-515D-4862-822F-D621A4A13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8083"/>
            <a:ext cx="10515600" cy="50648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ja-JP" dirty="0"/>
              <a:t>【</a:t>
            </a:r>
            <a:r>
              <a:rPr lang="ja-JP" altLang="en-US" dirty="0"/>
              <a:t>プログラム</a:t>
            </a:r>
            <a:r>
              <a:rPr kumimoji="1" lang="en-US" altLang="ja-JP" dirty="0"/>
              <a:t>】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【sample_series.csv】	</a:t>
            </a:r>
            <a:r>
              <a:rPr lang="ja-JP" altLang="en-US" dirty="0"/>
              <a:t>　　　　　　　　　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			</a:t>
            </a:r>
            <a:r>
              <a:rPr lang="ja-JP" altLang="en-US" dirty="0"/>
              <a:t>インデックス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				</a:t>
            </a:r>
          </a:p>
          <a:p>
            <a:pPr marL="0" indent="0">
              <a:buNone/>
            </a:pPr>
            <a:r>
              <a:rPr lang="en-US" altLang="ja-JP" dirty="0"/>
              <a:t>					</a:t>
            </a:r>
            <a:r>
              <a:rPr lang="ja-JP" altLang="en-US" dirty="0"/>
              <a:t> </a:t>
            </a:r>
            <a:r>
              <a:rPr lang="ja-JP" altLang="en-US" sz="2400" dirty="0"/>
              <a:t>ヘッダ</a:t>
            </a:r>
            <a:endParaRPr lang="en-US" altLang="ja-JP" sz="2400" dirty="0"/>
          </a:p>
          <a:p>
            <a:pPr marL="0" indent="0">
              <a:buNone/>
            </a:pPr>
            <a:r>
              <a:rPr lang="en-US" altLang="ja-JP" dirty="0"/>
              <a:t>					</a:t>
            </a:r>
            <a:r>
              <a:rPr lang="ja-JP" altLang="en-US" dirty="0"/>
              <a:t> </a:t>
            </a:r>
            <a:r>
              <a:rPr lang="ja-JP" altLang="en-US" sz="2400" dirty="0"/>
              <a:t>データ</a:t>
            </a:r>
            <a:r>
              <a:rPr lang="en-US" altLang="ja-JP" sz="2400" dirty="0"/>
              <a:t>(1</a:t>
            </a:r>
            <a:r>
              <a:rPr lang="ja-JP" altLang="en-US" sz="2400" dirty="0"/>
              <a:t>行目</a:t>
            </a:r>
            <a:r>
              <a:rPr lang="en-US" altLang="ja-JP" sz="2400" dirty="0"/>
              <a:t>)</a:t>
            </a:r>
            <a:r>
              <a:rPr lang="ja-JP" altLang="en-US" sz="2400" dirty="0"/>
              <a:t> </a:t>
            </a:r>
            <a:r>
              <a:rPr lang="en-US" altLang="ja-JP" sz="2400" dirty="0" err="1"/>
              <a:t>df.iloc</a:t>
            </a:r>
            <a:r>
              <a:rPr lang="en-US" altLang="ja-JP" sz="2400" dirty="0"/>
              <a:t>[0,0], </a:t>
            </a:r>
            <a:r>
              <a:rPr lang="en-US" altLang="ja-JP" sz="2400" dirty="0" err="1"/>
              <a:t>df.iloc</a:t>
            </a:r>
            <a:r>
              <a:rPr lang="en-US" altLang="ja-JP" sz="2400" dirty="0"/>
              <a:t>[0,1]</a:t>
            </a:r>
          </a:p>
          <a:p>
            <a:pPr marL="0" indent="0">
              <a:buNone/>
            </a:pPr>
            <a:r>
              <a:rPr kumimoji="1" lang="en-US" altLang="ja-JP" dirty="0"/>
              <a:t>					 </a:t>
            </a:r>
            <a:r>
              <a:rPr lang="ja-JP" altLang="en-US" sz="2400" dirty="0"/>
              <a:t>データ</a:t>
            </a:r>
            <a:r>
              <a:rPr lang="en-US" altLang="ja-JP" sz="2400" dirty="0"/>
              <a:t>(2</a:t>
            </a:r>
            <a:r>
              <a:rPr lang="ja-JP" altLang="en-US" sz="2400" dirty="0"/>
              <a:t>行目</a:t>
            </a:r>
            <a:r>
              <a:rPr lang="en-US" altLang="ja-JP" sz="2400" dirty="0"/>
              <a:t>)</a:t>
            </a:r>
            <a:r>
              <a:rPr lang="ja-JP" altLang="en-US" sz="2400" dirty="0"/>
              <a:t> </a:t>
            </a:r>
            <a:r>
              <a:rPr lang="en-US" altLang="ja-JP" sz="2400" dirty="0" err="1"/>
              <a:t>df.iloc</a:t>
            </a:r>
            <a:r>
              <a:rPr lang="en-US" altLang="ja-JP" sz="2400" dirty="0"/>
              <a:t>[1,0], </a:t>
            </a:r>
            <a:r>
              <a:rPr lang="en-US" altLang="ja-JP" sz="2400" dirty="0" err="1"/>
              <a:t>df.iloc</a:t>
            </a:r>
            <a:r>
              <a:rPr lang="en-US" altLang="ja-JP" sz="2400" dirty="0"/>
              <a:t>[1,1]</a:t>
            </a: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F389F8D-3700-48B0-8D38-BC03ADBEABB6}"/>
              </a:ext>
            </a:extLst>
          </p:cNvPr>
          <p:cNvSpPr/>
          <p:nvPr/>
        </p:nvSpPr>
        <p:spPr>
          <a:xfrm>
            <a:off x="1094014" y="2081829"/>
            <a:ext cx="8850086" cy="120032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df = </a:t>
            </a:r>
            <a:r>
              <a:rPr lang="en-US" altLang="ja-JP" dirty="0" err="1">
                <a:solidFill>
                  <a:srgbClr val="000000"/>
                </a:solidFill>
                <a:latin typeface="Consolas" panose="020B0609020204030204" pitchFamily="49" charset="0"/>
              </a:rPr>
              <a:t>pd.DataFrame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</a:p>
          <a:p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ja-JP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名前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ja-JP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田中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ja-JP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佐藤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ja-JP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鈴木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ja-JP" altLang="en-US" dirty="0">
                <a:solidFill>
                  <a:srgbClr val="A31515"/>
                </a:solidFill>
                <a:latin typeface="Consolas" panose="020B0609020204030204" pitchFamily="49" charset="0"/>
              </a:rPr>
              <a:t>点数</a:t>
            </a:r>
            <a:r>
              <a:rPr lang="en-US" altLang="ja-JP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: [</a:t>
            </a:r>
            <a:r>
              <a:rPr lang="en-US" altLang="ja-JP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dirty="0">
                <a:solidFill>
                  <a:srgbClr val="098658"/>
                </a:solidFill>
                <a:latin typeface="Consolas" panose="020B0609020204030204" pitchFamily="49" charset="0"/>
              </a:rPr>
              <a:t>95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ja-JP" dirty="0">
                <a:solidFill>
                  <a:srgbClr val="098658"/>
                </a:solidFill>
                <a:latin typeface="Consolas" panose="020B0609020204030204" pitchFamily="49" charset="0"/>
              </a:rPr>
              <a:t>88</a:t>
            </a: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7325DFE-5BD7-43D0-A939-973B5EE87F83}"/>
              </a:ext>
            </a:extLst>
          </p:cNvPr>
          <p:cNvSpPr/>
          <p:nvPr/>
        </p:nvSpPr>
        <p:spPr>
          <a:xfrm>
            <a:off x="1485713" y="4701467"/>
            <a:ext cx="2253343" cy="18066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ja-JP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名前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点数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田中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1,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佐藤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,95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2,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鈴木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,88</a:t>
            </a:r>
            <a:endParaRPr lang="en-US" altLang="ja-JP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CA026C95-1BF5-437C-9120-C3A49E08A406}"/>
              </a:ext>
            </a:extLst>
          </p:cNvPr>
          <p:cNvCxnSpPr/>
          <p:nvPr/>
        </p:nvCxnSpPr>
        <p:spPr>
          <a:xfrm flipH="1">
            <a:off x="3314700" y="4939489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CDB64CD-E789-4B99-BB9B-1156A4F1BA10}"/>
              </a:ext>
            </a:extLst>
          </p:cNvPr>
          <p:cNvCxnSpPr/>
          <p:nvPr/>
        </p:nvCxnSpPr>
        <p:spPr>
          <a:xfrm flipH="1">
            <a:off x="3314700" y="5385803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45AEF05-C9B6-470E-BDEB-9A541DC9E7A1}"/>
              </a:ext>
            </a:extLst>
          </p:cNvPr>
          <p:cNvCxnSpPr/>
          <p:nvPr/>
        </p:nvCxnSpPr>
        <p:spPr>
          <a:xfrm flipH="1">
            <a:off x="3314700" y="5832117"/>
            <a:ext cx="22043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2BDD33F-A413-47CB-A28D-C6E15146DF73}"/>
              </a:ext>
            </a:extLst>
          </p:cNvPr>
          <p:cNvCxnSpPr>
            <a:cxnSpLocks/>
          </p:cNvCxnSpPr>
          <p:nvPr/>
        </p:nvCxnSpPr>
        <p:spPr>
          <a:xfrm>
            <a:off x="1622535" y="4140513"/>
            <a:ext cx="0" cy="912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324A3AD-AF13-4AE6-AC49-FFF522B290F2}"/>
              </a:ext>
            </a:extLst>
          </p:cNvPr>
          <p:cNvCxnSpPr/>
          <p:nvPr/>
        </p:nvCxnSpPr>
        <p:spPr>
          <a:xfrm>
            <a:off x="1622534" y="4149297"/>
            <a:ext cx="379029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2336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58DBAD-8F33-44DC-9D8E-4BAA27D82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 err="1"/>
              <a:t>DataFrame</a:t>
            </a:r>
            <a:r>
              <a:rPr kumimoji="1" lang="ja-JP" altLang="en-US" dirty="0"/>
              <a:t>の構造</a:t>
            </a:r>
          </a:p>
        </p:txBody>
      </p:sp>
      <p:graphicFrame>
        <p:nvGraphicFramePr>
          <p:cNvPr id="4" name="コンテンツ プレースホルダー 3">
            <a:extLst>
              <a:ext uri="{FF2B5EF4-FFF2-40B4-BE49-F238E27FC236}">
                <a16:creationId xmlns:a16="http://schemas.microsoft.com/office/drawing/2014/main" id="{621D1A79-8437-48B9-8453-5F5DC69556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5216746"/>
              </p:ext>
            </p:extLst>
          </p:nvPr>
        </p:nvGraphicFramePr>
        <p:xfrm>
          <a:off x="953815" y="3003910"/>
          <a:ext cx="10515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80995563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289573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3626758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73254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15663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i</a:t>
                      </a:r>
                      <a:r>
                        <a:rPr kumimoji="1" lang="ja-JP" altLang="en-US" dirty="0">
                          <a:solidFill>
                            <a:schemeClr val="tx1"/>
                          </a:solidFill>
                        </a:rPr>
                        <a:t>インデックス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‘A</a:t>
                      </a:r>
                      <a:r>
                        <a:rPr kumimoji="1" lang="ja-JP" altLang="en-US" dirty="0"/>
                        <a:t>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‘B</a:t>
                      </a:r>
                      <a:r>
                        <a:rPr kumimoji="1" lang="ja-JP" altLang="en-US" dirty="0"/>
                        <a:t>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‘C</a:t>
                      </a:r>
                      <a:r>
                        <a:rPr kumimoji="1" lang="ja-JP" altLang="en-US" dirty="0"/>
                        <a:t>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dirty="0"/>
                        <a:t>‘D</a:t>
                      </a:r>
                      <a:r>
                        <a:rPr kumimoji="1" lang="ja-JP" altLang="en-US" dirty="0"/>
                        <a:t>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85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[0,0]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[0,1]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[0,2]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[0,3]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1368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[1,0]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[1,1]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[1,2]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[1,3]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8982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[2,0]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[2,1]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[2,2]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[2,3]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29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[3,0]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[3,1]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[3,2]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[3,3]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193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/>
                        <a:t>4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[4,0]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[4,1]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[4,2]</a:t>
                      </a:r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="1" dirty="0" err="1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df.iloc</a:t>
                      </a:r>
                      <a:r>
                        <a:rPr kumimoji="1" lang="en-US" altLang="ja-JP" b="1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[4,3]</a:t>
                      </a:r>
                      <a:endParaRPr kumimoji="1" lang="ja-JP" altLang="en-US" b="1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388968"/>
                  </a:ext>
                </a:extLst>
              </a:tr>
            </a:tbl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D56CA3F-2C5F-4884-8819-0ED23AEF8146}"/>
              </a:ext>
            </a:extLst>
          </p:cNvPr>
          <p:cNvSpPr txBox="1"/>
          <p:nvPr/>
        </p:nvSpPr>
        <p:spPr>
          <a:xfrm>
            <a:off x="1093076" y="2438400"/>
            <a:ext cx="489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/>
              <a:t>df</a:t>
            </a:r>
            <a:endParaRPr kumimoji="1" lang="ja-JP" altLang="en-US" sz="24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1FF7F1-B043-485D-A087-5898543A1E26}"/>
              </a:ext>
            </a:extLst>
          </p:cNvPr>
          <p:cNvSpPr txBox="1"/>
          <p:nvPr/>
        </p:nvSpPr>
        <p:spPr>
          <a:xfrm>
            <a:off x="4024715" y="5822067"/>
            <a:ext cx="7444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/>
              <a:t>df.shape</a:t>
            </a:r>
            <a:r>
              <a:rPr lang="en-US" altLang="ja-JP" sz="2400" b="1" dirty="0"/>
              <a:t> = (5,4), </a:t>
            </a:r>
            <a:r>
              <a:rPr lang="en-US" altLang="ja-JP" sz="2400" b="1" dirty="0" err="1"/>
              <a:t>df.shape</a:t>
            </a:r>
            <a:r>
              <a:rPr lang="en-US" altLang="ja-JP" sz="2400" b="1" dirty="0"/>
              <a:t>[0]= 5, </a:t>
            </a:r>
            <a:r>
              <a:rPr lang="en-US" altLang="ja-JP" sz="2400" b="1" dirty="0" err="1"/>
              <a:t>df.shape</a:t>
            </a:r>
            <a:r>
              <a:rPr lang="en-US" altLang="ja-JP" sz="2400" b="1" dirty="0"/>
              <a:t>[1]= 4 </a:t>
            </a:r>
          </a:p>
          <a:p>
            <a:r>
              <a:rPr lang="en-US" altLang="ja-JP" sz="2400" b="1" dirty="0"/>
              <a:t> </a:t>
            </a:r>
            <a:endParaRPr lang="ja-JP" altLang="en-US" sz="2400" b="1" dirty="0"/>
          </a:p>
          <a:p>
            <a:endParaRPr kumimoji="1" lang="ja-JP" altLang="en-US" sz="24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74C0192-4E88-45E0-92E4-007A5541D193}"/>
              </a:ext>
            </a:extLst>
          </p:cNvPr>
          <p:cNvSpPr txBox="1"/>
          <p:nvPr/>
        </p:nvSpPr>
        <p:spPr>
          <a:xfrm>
            <a:off x="3163614" y="2490322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b="1" dirty="0" err="1"/>
              <a:t>df.columns</a:t>
            </a:r>
            <a:r>
              <a:rPr lang="en-US" altLang="ja-JP" sz="2400" b="1" dirty="0"/>
              <a:t> = [‘A’, ‘B’, ‘C’, ‘D’]</a:t>
            </a:r>
            <a:endParaRPr kumimoji="1" lang="ja-JP" altLang="en-US" sz="24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4597E86-1DFB-4B85-99D4-6E68CCACE4F4}"/>
              </a:ext>
            </a:extLst>
          </p:cNvPr>
          <p:cNvSpPr txBox="1"/>
          <p:nvPr/>
        </p:nvSpPr>
        <p:spPr>
          <a:xfrm>
            <a:off x="953815" y="5332795"/>
            <a:ext cx="3268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/>
              <a:t>df.index</a:t>
            </a:r>
            <a:r>
              <a:rPr lang="en-US" altLang="ja-JP" sz="2400" b="1" dirty="0"/>
              <a:t> = [0,1,2,3,4]</a:t>
            </a:r>
            <a:endParaRPr kumimoji="1" lang="ja-JP" altLang="en-US" sz="24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1C3EB7C-1261-4FFA-BCAD-AC65ABE1B7A6}"/>
              </a:ext>
            </a:extLst>
          </p:cNvPr>
          <p:cNvSpPr txBox="1"/>
          <p:nvPr/>
        </p:nvSpPr>
        <p:spPr>
          <a:xfrm>
            <a:off x="4024715" y="6262042"/>
            <a:ext cx="2004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/>
              <a:t>df.size</a:t>
            </a:r>
            <a:r>
              <a:rPr lang="en-US" altLang="ja-JP" sz="2400" b="1" dirty="0"/>
              <a:t> = 20 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A0F6B20-7F6A-44CB-A283-CDE354FBEED0}"/>
              </a:ext>
            </a:extLst>
          </p:cNvPr>
          <p:cNvSpPr/>
          <p:nvPr/>
        </p:nvSpPr>
        <p:spPr>
          <a:xfrm>
            <a:off x="953815" y="3352800"/>
            <a:ext cx="2083675" cy="187615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9F0A937-D6D1-4407-AB6B-FE1685346714}"/>
              </a:ext>
            </a:extLst>
          </p:cNvPr>
          <p:cNvSpPr/>
          <p:nvPr/>
        </p:nvSpPr>
        <p:spPr>
          <a:xfrm>
            <a:off x="3037490" y="2951987"/>
            <a:ext cx="8431925" cy="477013"/>
          </a:xfrm>
          <a:prstGeom prst="rect">
            <a:avLst/>
          </a:prstGeom>
          <a:noFill/>
          <a:ln w="57150">
            <a:solidFill>
              <a:srgbClr val="9CE2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A3B4F60C-735A-4A51-94DC-BA8E5DC5DC15}"/>
                  </a:ext>
                </a:extLst>
              </p14:cNvPr>
              <p14:cNvContentPartPr/>
              <p14:nvPr/>
            </p14:nvContentPartPr>
            <p14:xfrm>
              <a:off x="7693303" y="2532406"/>
              <a:ext cx="689760" cy="30888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A3B4F60C-735A-4A51-94DC-BA8E5DC5DC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75663" y="2514406"/>
                <a:ext cx="72540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インク 20">
                <a:extLst>
                  <a:ext uri="{FF2B5EF4-FFF2-40B4-BE49-F238E27FC236}">
                    <a16:creationId xmlns:a16="http://schemas.microsoft.com/office/drawing/2014/main" id="{D3DD1C45-1418-412A-96D4-280709F12E5F}"/>
                  </a:ext>
                </a:extLst>
              </p14:cNvPr>
              <p14:cNvContentPartPr/>
              <p14:nvPr/>
            </p14:nvContentPartPr>
            <p14:xfrm>
              <a:off x="660343" y="4760446"/>
              <a:ext cx="305280" cy="778680"/>
            </p14:xfrm>
          </p:contentPart>
        </mc:Choice>
        <mc:Fallback xmlns="">
          <p:pic>
            <p:nvPicPr>
              <p:cNvPr id="21" name="インク 20">
                <a:extLst>
                  <a:ext uri="{FF2B5EF4-FFF2-40B4-BE49-F238E27FC236}">
                    <a16:creationId xmlns:a16="http://schemas.microsoft.com/office/drawing/2014/main" id="{D3DD1C45-1418-412A-96D4-280709F12E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2343" y="4742806"/>
                <a:ext cx="340920" cy="81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インク 21">
                <a:extLst>
                  <a:ext uri="{FF2B5EF4-FFF2-40B4-BE49-F238E27FC236}">
                    <a16:creationId xmlns:a16="http://schemas.microsoft.com/office/drawing/2014/main" id="{1C665B04-4CF7-4471-A109-32796F9A9AFF}"/>
                  </a:ext>
                </a:extLst>
              </p14:cNvPr>
              <p14:cNvContentPartPr/>
              <p14:nvPr/>
            </p14:nvContentPartPr>
            <p14:xfrm>
              <a:off x="2827183" y="5507086"/>
              <a:ext cx="360" cy="360"/>
            </p14:xfrm>
          </p:contentPart>
        </mc:Choice>
        <mc:Fallback xmlns="">
          <p:pic>
            <p:nvPicPr>
              <p:cNvPr id="22" name="インク 21">
                <a:extLst>
                  <a:ext uri="{FF2B5EF4-FFF2-40B4-BE49-F238E27FC236}">
                    <a16:creationId xmlns:a16="http://schemas.microsoft.com/office/drawing/2014/main" id="{1C665B04-4CF7-4471-A109-32796F9A9AF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9183" y="5489446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722130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B6799-6E6A-43C9-8F31-D573D8A6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</a:t>
            </a:r>
            <a:r>
              <a:rPr kumimoji="1" lang="ja-JP" altLang="en-US" dirty="0"/>
              <a:t>特定の列 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df[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列の名前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BE7DB6-6682-4C81-B2DC-EB0B64E3E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35286" y="4627130"/>
            <a:ext cx="3287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[:, [1,2]]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750817-2D77-4D95-A886-723AF4595F53}"/>
              </a:ext>
            </a:extLst>
          </p:cNvPr>
          <p:cNvSpPr/>
          <p:nvPr/>
        </p:nvSpPr>
        <p:spPr>
          <a:xfrm>
            <a:off x="1905000" y="2223920"/>
            <a:ext cx="2253343" cy="18066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ja-JP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名前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点数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田中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1,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佐藤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,95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2,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鈴木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,88</a:t>
            </a:r>
            <a:endParaRPr lang="en-US" altLang="ja-JP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8B5200-FA85-4AF9-AB0B-C87BA27A7ECA}"/>
              </a:ext>
            </a:extLst>
          </p:cNvPr>
          <p:cNvSpPr/>
          <p:nvPr/>
        </p:nvSpPr>
        <p:spPr>
          <a:xfrm>
            <a:off x="2340428" y="2532993"/>
            <a:ext cx="1425081" cy="1466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E633D8-0DBE-483D-9C98-BE136CF756D2}"/>
              </a:ext>
            </a:extLst>
          </p:cNvPr>
          <p:cNvSpPr/>
          <p:nvPr/>
        </p:nvSpPr>
        <p:spPr>
          <a:xfrm>
            <a:off x="3124199" y="2625559"/>
            <a:ext cx="615042" cy="137346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811FBDA-BD48-4720-8071-22B229CA5B70}"/>
              </a:ext>
            </a:extLst>
          </p:cNvPr>
          <p:cNvCxnSpPr>
            <a:cxnSpLocks/>
          </p:cNvCxnSpPr>
          <p:nvPr/>
        </p:nvCxnSpPr>
        <p:spPr>
          <a:xfrm flipH="1" flipV="1">
            <a:off x="3701142" y="3999021"/>
            <a:ext cx="914402" cy="840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4F85B2E3-409B-4CF1-BE29-3BAA71EE1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797" y="1762320"/>
            <a:ext cx="3287485" cy="1347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latin typeface="Consolas" panose="020B0609020204030204" pitchFamily="49" charset="0"/>
              </a:rPr>
              <a:t>[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:, 1]</a:t>
            </a:r>
          </a:p>
          <a:p>
            <a:pPr marL="0" indent="0"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loc</a:t>
            </a:r>
            <a:r>
              <a:rPr lang="en-US" altLang="ja-JP" sz="2400" dirty="0">
                <a:latin typeface="Consolas" panose="020B0609020204030204" pitchFamily="49" charset="0"/>
              </a:rPr>
              <a:t>[</a:t>
            </a:r>
            <a:r>
              <a:rPr lang="ja-JP" altLang="en-US" sz="2400" dirty="0">
                <a:latin typeface="Consolas" panose="020B0609020204030204" pitchFamily="49" charset="0"/>
              </a:rPr>
              <a:t>“点数”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altLang="ja-JP" sz="2400">
                <a:solidFill>
                  <a:srgbClr val="000000"/>
                </a:solidFill>
                <a:latin typeface="Consolas" panose="020B0609020204030204" pitchFamily="49" charset="0"/>
              </a:rPr>
              <a:t>df</a:t>
            </a:r>
            <a:r>
              <a:rPr lang="en-US" altLang="ja-JP" sz="2400">
                <a:latin typeface="Consolas" panose="020B0609020204030204" pitchFamily="49" charset="0"/>
              </a:rPr>
              <a:t>[</a:t>
            </a:r>
            <a:r>
              <a:rPr lang="ja-JP" altLang="en-US" sz="2400" dirty="0">
                <a:latin typeface="Consolas" panose="020B0609020204030204" pitchFamily="49" charset="0"/>
              </a:rPr>
              <a:t>“点数”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17772A7-AC5E-4E61-A2D8-CD9D1D87F9A2}"/>
              </a:ext>
            </a:extLst>
          </p:cNvPr>
          <p:cNvCxnSpPr>
            <a:cxnSpLocks/>
          </p:cNvCxnSpPr>
          <p:nvPr/>
        </p:nvCxnSpPr>
        <p:spPr>
          <a:xfrm flipH="1">
            <a:off x="3468882" y="2454890"/>
            <a:ext cx="1545774" cy="6723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">
            <a:extLst>
              <a:ext uri="{FF2B5EF4-FFF2-40B4-BE49-F238E27FC236}">
                <a16:creationId xmlns:a16="http://schemas.microsoft.com/office/drawing/2014/main" id="{360752BA-9ADA-4C41-801A-7B7D14ECA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286" y="5193726"/>
            <a:ext cx="4934231" cy="426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[:, [</a:t>
            </a:r>
            <a:r>
              <a:rPr lang="ja-JP" altLang="en-US" sz="2400" dirty="0">
                <a:latin typeface="Consolas" panose="020B0609020204030204" pitchFamily="49" charset="0"/>
              </a:rPr>
              <a:t>“名前”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ja-JP" altLang="en-US" sz="2400" dirty="0">
                <a:latin typeface="Consolas" panose="020B0609020204030204" pitchFamily="49" charset="0"/>
              </a:rPr>
              <a:t>“点数”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139421277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B6799-6E6A-43C9-8F31-D573D8A6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</a:t>
            </a:r>
            <a:r>
              <a:rPr kumimoji="1" lang="en-US" altLang="ja-JP" b="1" dirty="0" err="1">
                <a:latin typeface="Consolas" panose="020B0609020204030204" pitchFamily="49" charset="0"/>
              </a:rPr>
              <a:t>df.iloc</a:t>
            </a:r>
            <a:r>
              <a:rPr kumimoji="1" lang="en-US" altLang="ja-JP" dirty="0">
                <a:latin typeface="Consolas" panose="020B0609020204030204" pitchFamily="49" charset="0"/>
              </a:rPr>
              <a:t>(</a:t>
            </a:r>
            <a:r>
              <a:rPr kumimoji="1" lang="ja-JP" altLang="en-US" dirty="0">
                <a:latin typeface="Consolas" panose="020B0609020204030204" pitchFamily="49" charset="0"/>
              </a:rPr>
              <a:t>行番号</a:t>
            </a:r>
            <a:r>
              <a:rPr kumimoji="1" lang="en-US" altLang="ja-JP" dirty="0">
                <a:latin typeface="Consolas" panose="020B0609020204030204" pitchFamily="49" charset="0"/>
              </a:rPr>
              <a:t>,</a:t>
            </a:r>
            <a:r>
              <a:rPr kumimoji="1" lang="ja-JP" altLang="en-US" dirty="0">
                <a:latin typeface="Consolas" panose="020B0609020204030204" pitchFamily="49" charset="0"/>
              </a:rPr>
              <a:t> 列番号</a:t>
            </a:r>
            <a:r>
              <a:rPr kumimoji="1" lang="en-US" altLang="ja-JP" dirty="0">
                <a:latin typeface="Consolas" panose="020B0609020204030204" pitchFamily="49" charset="0"/>
              </a:rPr>
              <a:t>)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BE7DB6-6682-4C81-B2DC-EB0B64E3E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35286" y="4627130"/>
            <a:ext cx="3287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[1:3, 0:2]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750817-2D77-4D95-A886-723AF4595F53}"/>
              </a:ext>
            </a:extLst>
          </p:cNvPr>
          <p:cNvSpPr/>
          <p:nvPr/>
        </p:nvSpPr>
        <p:spPr>
          <a:xfrm>
            <a:off x="1905000" y="2223920"/>
            <a:ext cx="2253343" cy="18066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ja-JP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名前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点数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田中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1,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佐藤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,95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2,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鈴木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,88</a:t>
            </a:r>
            <a:endParaRPr lang="en-US" altLang="ja-JP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8B5200-FA85-4AF9-AB0B-C87BA27A7ECA}"/>
              </a:ext>
            </a:extLst>
          </p:cNvPr>
          <p:cNvSpPr/>
          <p:nvPr/>
        </p:nvSpPr>
        <p:spPr>
          <a:xfrm>
            <a:off x="2340428" y="3158791"/>
            <a:ext cx="1306285" cy="840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E633D8-0DBE-483D-9C98-BE136CF756D2}"/>
              </a:ext>
            </a:extLst>
          </p:cNvPr>
          <p:cNvSpPr/>
          <p:nvPr/>
        </p:nvSpPr>
        <p:spPr>
          <a:xfrm>
            <a:off x="3031672" y="2721429"/>
            <a:ext cx="615042" cy="38109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811FBDA-BD48-4720-8071-22B229CA5B70}"/>
              </a:ext>
            </a:extLst>
          </p:cNvPr>
          <p:cNvCxnSpPr>
            <a:cxnSpLocks/>
          </p:cNvCxnSpPr>
          <p:nvPr/>
        </p:nvCxnSpPr>
        <p:spPr>
          <a:xfrm flipH="1" flipV="1">
            <a:off x="3701142" y="3999021"/>
            <a:ext cx="914402" cy="840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4F85B2E3-409B-4CF1-BE29-3BAA71EE1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015" y="2734177"/>
            <a:ext cx="3287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[0, 1]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17772A7-AC5E-4E61-A2D8-CD9D1D87F9A2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646714" y="2911974"/>
            <a:ext cx="1545774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7964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7B6799-6E6A-43C9-8F31-D573D8A6D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 </a:t>
            </a:r>
            <a:r>
              <a:rPr kumimoji="1" lang="en-US" altLang="ja-JP" b="1" dirty="0" err="1">
                <a:latin typeface="Consolas" panose="020B0609020204030204" pitchFamily="49" charset="0"/>
              </a:rPr>
              <a:t>df.loc</a:t>
            </a:r>
            <a:r>
              <a:rPr kumimoji="1" lang="en-US" altLang="ja-JP" dirty="0">
                <a:latin typeface="Consolas" panose="020B0609020204030204" pitchFamily="49" charset="0"/>
              </a:rPr>
              <a:t>(</a:t>
            </a:r>
            <a:r>
              <a:rPr kumimoji="1" lang="ja-JP" altLang="en-US" dirty="0">
                <a:latin typeface="Consolas" panose="020B0609020204030204" pitchFamily="49" charset="0"/>
              </a:rPr>
              <a:t>行の名前</a:t>
            </a:r>
            <a:r>
              <a:rPr kumimoji="1" lang="en-US" altLang="ja-JP" dirty="0">
                <a:latin typeface="Consolas" panose="020B0609020204030204" pitchFamily="49" charset="0"/>
              </a:rPr>
              <a:t>,</a:t>
            </a:r>
            <a:r>
              <a:rPr kumimoji="1" lang="ja-JP" altLang="en-US" dirty="0">
                <a:latin typeface="Consolas" panose="020B0609020204030204" pitchFamily="49" charset="0"/>
              </a:rPr>
              <a:t> 列の名前</a:t>
            </a:r>
            <a:r>
              <a:rPr kumimoji="1" lang="en-US" altLang="ja-JP" dirty="0">
                <a:latin typeface="Consolas" panose="020B0609020204030204" pitchFamily="49" charset="0"/>
              </a:rPr>
              <a:t>)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BE7DB6-6682-4C81-B2DC-EB0B64E3E6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35286" y="4627130"/>
            <a:ext cx="3287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(1:3, 0:2)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750817-2D77-4D95-A886-723AF4595F53}"/>
              </a:ext>
            </a:extLst>
          </p:cNvPr>
          <p:cNvSpPr/>
          <p:nvPr/>
        </p:nvSpPr>
        <p:spPr>
          <a:xfrm>
            <a:off x="1905000" y="2223920"/>
            <a:ext cx="2253343" cy="18066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名前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点数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0,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田中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,80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1,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佐藤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,95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2,</a:t>
            </a:r>
            <a:r>
              <a:rPr lang="zh-CN" alt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鈴木</a:t>
            </a:r>
            <a:r>
              <a:rPr lang="en-US" altLang="zh-CN" sz="2400" dirty="0">
                <a:solidFill>
                  <a:srgbClr val="000000"/>
                </a:solidFill>
                <a:latin typeface="Consolas" panose="020B0609020204030204" pitchFamily="49" charset="0"/>
              </a:rPr>
              <a:t>,88</a:t>
            </a:r>
            <a:endParaRPr lang="en-US" altLang="ja-JP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8B5200-FA85-4AF9-AB0B-C87BA27A7ECA}"/>
              </a:ext>
            </a:extLst>
          </p:cNvPr>
          <p:cNvSpPr/>
          <p:nvPr/>
        </p:nvSpPr>
        <p:spPr>
          <a:xfrm>
            <a:off x="2340428" y="3158791"/>
            <a:ext cx="1306285" cy="840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8E633D8-0DBE-483D-9C98-BE136CF756D2}"/>
              </a:ext>
            </a:extLst>
          </p:cNvPr>
          <p:cNvSpPr/>
          <p:nvPr/>
        </p:nvSpPr>
        <p:spPr>
          <a:xfrm>
            <a:off x="3031672" y="2721429"/>
            <a:ext cx="615042" cy="38109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6811FBDA-BD48-4720-8071-22B229CA5B70}"/>
              </a:ext>
            </a:extLst>
          </p:cNvPr>
          <p:cNvCxnSpPr>
            <a:cxnSpLocks/>
          </p:cNvCxnSpPr>
          <p:nvPr/>
        </p:nvCxnSpPr>
        <p:spPr>
          <a:xfrm flipH="1" flipV="1">
            <a:off x="3701142" y="3999021"/>
            <a:ext cx="914402" cy="8402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4F85B2E3-409B-4CF1-BE29-3BAA71EE1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015" y="2734177"/>
            <a:ext cx="328748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ja-JP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df.</a:t>
            </a:r>
            <a:r>
              <a:rPr lang="en-US" altLang="ja-JP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iloc</a:t>
            </a:r>
            <a:r>
              <a:rPr lang="en-US" altLang="ja-JP" sz="2400" dirty="0">
                <a:solidFill>
                  <a:srgbClr val="000000"/>
                </a:solidFill>
                <a:latin typeface="Consolas" panose="020B0609020204030204" pitchFamily="49" charset="0"/>
              </a:rPr>
              <a:t>(0, 1)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217772A7-AC5E-4E61-A2D8-CD9D1D87F9A2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3646714" y="2911974"/>
            <a:ext cx="1545774" cy="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28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11674</TotalTime>
  <Words>2845</Words>
  <Application>Microsoft Office PowerPoint</Application>
  <PresentationFormat>ワイド画面</PresentationFormat>
  <Paragraphs>424</Paragraphs>
  <Slides>68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68</vt:i4>
      </vt:variant>
    </vt:vector>
  </HeadingPairs>
  <TitlesOfParts>
    <vt:vector size="82" baseType="lpstr">
      <vt:lpstr>BIZ UDPゴシック</vt:lpstr>
      <vt:lpstr>等线</vt:lpstr>
      <vt:lpstr>ＭＳ Ｐゴシック</vt:lpstr>
      <vt:lpstr>ＭＳ Ｐ明朝</vt:lpstr>
      <vt:lpstr>SFMono-Regular</vt:lpstr>
      <vt:lpstr>游ゴシック</vt:lpstr>
      <vt:lpstr>游ゴシック Light</vt:lpstr>
      <vt:lpstr>Arial</vt:lpstr>
      <vt:lpstr>Calibri</vt:lpstr>
      <vt:lpstr>Consolas</vt:lpstr>
      <vt:lpstr>Courier New</vt:lpstr>
      <vt:lpstr>Office テーマ</vt:lpstr>
      <vt:lpstr>Office Theme</vt:lpstr>
      <vt:lpstr>1_Office テーマ</vt:lpstr>
      <vt:lpstr>データ分析</vt:lpstr>
      <vt:lpstr>覚えてほしい技術</vt:lpstr>
      <vt:lpstr>作業手順</vt:lpstr>
      <vt:lpstr>10:30～10:50  1.　PC準備 </vt:lpstr>
      <vt:lpstr>Google Colabの準備</vt:lpstr>
      <vt:lpstr>データ：Git → ColabへDOWNLOAD</vt:lpstr>
      <vt:lpstr>　実験データ： PC → Colab へUPLOAD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ライブラリ読込み/データ準備</vt:lpstr>
      <vt:lpstr>描画/結果観察</vt:lpstr>
      <vt:lpstr>主要なクラス構造</vt:lpstr>
      <vt:lpstr>PowerPoint プレゼンテーション</vt:lpstr>
      <vt:lpstr>PowerPoint プレゼンテーション</vt:lpstr>
      <vt:lpstr>PowerPoint プレゼンテーション</vt:lpstr>
      <vt:lpstr>subplots</vt:lpstr>
      <vt:lpstr>グラフの種類</vt:lpstr>
      <vt:lpstr>グラフの種類</vt:lpstr>
      <vt:lpstr>Tweak(微調整する)</vt:lpstr>
      <vt:lpstr>Organize(整理する)</vt:lpstr>
      <vt:lpstr>ラベル</vt:lpstr>
      <vt:lpstr>一次関数と平方根のグラフ描画手順</vt:lpstr>
      <vt:lpstr>ヒストグラム描画手順(飛ばしてもよい)</vt:lpstr>
      <vt:lpstr>箱ひげ図</vt:lpstr>
      <vt:lpstr>例題</vt:lpstr>
      <vt:lpstr>箱ひげ図の描画手順</vt:lpstr>
      <vt:lpstr>探求問題</vt:lpstr>
      <vt:lpstr>問１</vt:lpstr>
      <vt:lpstr>問2</vt:lpstr>
      <vt:lpstr>問3</vt:lpstr>
      <vt:lpstr>問4</vt:lpstr>
      <vt:lpstr>PowerPoint プレゼンテーション</vt:lpstr>
      <vt:lpstr>令和8年度 共通テスト本試験 情報1 第4問</vt:lpstr>
      <vt:lpstr>令和8年度 共通テスト本試験 情報1 第4問</vt:lpstr>
      <vt:lpstr>令和8年度 共通テスト本試験 情報1 第4問</vt:lpstr>
      <vt:lpstr>横軸を年，縦軸を各年の 月末までに開花した観測点の数とした折れ線グラフ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令和8年度 共通テスト本試験 情報1 第4問</vt:lpstr>
      <vt:lpstr>氷点下日数と開花差の関係</vt:lpstr>
      <vt:lpstr>令和8年度 共通テスト本試験 情報1 第4問</vt:lpstr>
      <vt:lpstr>令和8年度 共通テスト本試験 情報1 第4問</vt:lpstr>
      <vt:lpstr>正解</vt:lpstr>
      <vt:lpstr>Pandasとは</vt:lpstr>
      <vt:lpstr>Pandasでできること</vt:lpstr>
      <vt:lpstr>Pandasのインポートとデータ読込み</vt:lpstr>
      <vt:lpstr>Series：データの1次元の並び</vt:lpstr>
      <vt:lpstr>DataFrame：表形式のデータ</vt:lpstr>
      <vt:lpstr>DataFrameの構造</vt:lpstr>
      <vt:lpstr> 特定の列 df[列の名前]</vt:lpstr>
      <vt:lpstr> df.iloc(行番号, 列番号)</vt:lpstr>
      <vt:lpstr> df.loc(行の名前, 列の名前)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データ分析</dc:title>
  <dc:creator>大学 國持研究室（304-1）</dc:creator>
  <cp:lastModifiedBy>大学 國持研究室（304-1）</cp:lastModifiedBy>
  <cp:revision>62</cp:revision>
  <cp:lastPrinted>2026-08-18T08:41:12Z</cp:lastPrinted>
  <dcterms:created xsi:type="dcterms:W3CDTF">2026-08-11T14:34:36Z</dcterms:created>
  <dcterms:modified xsi:type="dcterms:W3CDTF">2026-09-07T05:38:01Z</dcterms:modified>
</cp:coreProperties>
</file>